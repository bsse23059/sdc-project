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7" d="100"/>
          <a:sy n="97" d="100"/>
        </p:scale>
        <p:origin x="9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EE4E9E-7E0E-4006-AB80-C5C2BF4AED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F29092-3E50-42B1-B06F-E05F04A88746}">
      <dgm:prSet/>
      <dgm:spPr/>
      <dgm:t>
        <a:bodyPr/>
        <a:lstStyle/>
        <a:p>
          <a:r>
            <a:rPr lang="en-US"/>
            <a:t>Amazon S3 – Frontend Hosting</a:t>
          </a:r>
        </a:p>
      </dgm:t>
    </dgm:pt>
    <dgm:pt modelId="{8F55F092-F757-4FA5-BF07-F6B247055315}" type="parTrans" cxnId="{8B518452-D96C-4048-ABD2-C00C631B66FF}">
      <dgm:prSet/>
      <dgm:spPr/>
      <dgm:t>
        <a:bodyPr/>
        <a:lstStyle/>
        <a:p>
          <a:endParaRPr lang="en-US"/>
        </a:p>
      </dgm:t>
    </dgm:pt>
    <dgm:pt modelId="{98BC34C3-DF73-4406-B052-F24610FEE335}" type="sibTrans" cxnId="{8B518452-D96C-4048-ABD2-C00C631B66FF}">
      <dgm:prSet/>
      <dgm:spPr/>
      <dgm:t>
        <a:bodyPr/>
        <a:lstStyle/>
        <a:p>
          <a:endParaRPr lang="en-US"/>
        </a:p>
      </dgm:t>
    </dgm:pt>
    <dgm:pt modelId="{02378E17-4B65-48B1-9554-F9B863F021DE}">
      <dgm:prSet/>
      <dgm:spPr/>
      <dgm:t>
        <a:bodyPr/>
        <a:lstStyle/>
        <a:p>
          <a:r>
            <a:rPr lang="en-US"/>
            <a:t>Amazon EC2 – Backend API</a:t>
          </a:r>
        </a:p>
      </dgm:t>
    </dgm:pt>
    <dgm:pt modelId="{30F75347-2E7D-454D-B8DF-DB88DB262953}" type="parTrans" cxnId="{AD1F681A-259A-48E2-BD10-2C9205A062D3}">
      <dgm:prSet/>
      <dgm:spPr/>
      <dgm:t>
        <a:bodyPr/>
        <a:lstStyle/>
        <a:p>
          <a:endParaRPr lang="en-US"/>
        </a:p>
      </dgm:t>
    </dgm:pt>
    <dgm:pt modelId="{D44AD353-FBB2-4F6B-ADE6-370B0AAEEDB0}" type="sibTrans" cxnId="{AD1F681A-259A-48E2-BD10-2C9205A062D3}">
      <dgm:prSet/>
      <dgm:spPr/>
      <dgm:t>
        <a:bodyPr/>
        <a:lstStyle/>
        <a:p>
          <a:endParaRPr lang="en-US"/>
        </a:p>
      </dgm:t>
    </dgm:pt>
    <dgm:pt modelId="{E3E82427-BAF9-4D97-A596-BEBFDF02F3D2}">
      <dgm:prSet/>
      <dgm:spPr/>
      <dgm:t>
        <a:bodyPr/>
        <a:lstStyle/>
        <a:p>
          <a:r>
            <a:rPr lang="en-US"/>
            <a:t>Elastic IP – Public Access</a:t>
          </a:r>
        </a:p>
      </dgm:t>
    </dgm:pt>
    <dgm:pt modelId="{BA356D95-FC08-4A1C-8394-EFC0CF7A8530}" type="parTrans" cxnId="{28B52D50-C0A5-48F7-8399-DFC012352FAD}">
      <dgm:prSet/>
      <dgm:spPr/>
      <dgm:t>
        <a:bodyPr/>
        <a:lstStyle/>
        <a:p>
          <a:endParaRPr lang="en-US"/>
        </a:p>
      </dgm:t>
    </dgm:pt>
    <dgm:pt modelId="{9589C9F4-57F2-4FBB-B244-03F5FA581646}" type="sibTrans" cxnId="{28B52D50-C0A5-48F7-8399-DFC012352FAD}">
      <dgm:prSet/>
      <dgm:spPr/>
      <dgm:t>
        <a:bodyPr/>
        <a:lstStyle/>
        <a:p>
          <a:endParaRPr lang="en-US"/>
        </a:p>
      </dgm:t>
    </dgm:pt>
    <dgm:pt modelId="{7E597EF4-7AA3-4ED7-B1DC-218613D71413}">
      <dgm:prSet/>
      <dgm:spPr/>
      <dgm:t>
        <a:bodyPr/>
        <a:lstStyle/>
        <a:p>
          <a:r>
            <a:rPr lang="en-US"/>
            <a:t>Security Groups – Network Firewall</a:t>
          </a:r>
        </a:p>
      </dgm:t>
    </dgm:pt>
    <dgm:pt modelId="{A53F21BC-76B5-4355-AC50-9A4145BB8D45}" type="parTrans" cxnId="{1EA721D9-7356-494B-8CD0-B6E7FD1CDA3A}">
      <dgm:prSet/>
      <dgm:spPr/>
      <dgm:t>
        <a:bodyPr/>
        <a:lstStyle/>
        <a:p>
          <a:endParaRPr lang="en-US"/>
        </a:p>
      </dgm:t>
    </dgm:pt>
    <dgm:pt modelId="{AF6BF78C-43B7-4436-88AB-BC36065155D8}" type="sibTrans" cxnId="{1EA721D9-7356-494B-8CD0-B6E7FD1CDA3A}">
      <dgm:prSet/>
      <dgm:spPr/>
      <dgm:t>
        <a:bodyPr/>
        <a:lstStyle/>
        <a:p>
          <a:endParaRPr lang="en-US"/>
        </a:p>
      </dgm:t>
    </dgm:pt>
    <dgm:pt modelId="{29DC8737-D381-41FC-9493-BF48B9181370}">
      <dgm:prSet/>
      <dgm:spPr/>
      <dgm:t>
        <a:bodyPr/>
        <a:lstStyle/>
        <a:p>
          <a:r>
            <a:rPr lang="en-US"/>
            <a:t>Design Principles:</a:t>
          </a:r>
        </a:p>
      </dgm:t>
    </dgm:pt>
    <dgm:pt modelId="{EF17495D-873D-421D-8188-A579FED52865}" type="parTrans" cxnId="{EF11A5EB-C4DA-43B6-94CA-FCEC9DA22984}">
      <dgm:prSet/>
      <dgm:spPr/>
      <dgm:t>
        <a:bodyPr/>
        <a:lstStyle/>
        <a:p>
          <a:endParaRPr lang="en-US"/>
        </a:p>
      </dgm:t>
    </dgm:pt>
    <dgm:pt modelId="{47B16CBF-D841-4714-9E0B-053C7C94A596}" type="sibTrans" cxnId="{EF11A5EB-C4DA-43B6-94CA-FCEC9DA22984}">
      <dgm:prSet/>
      <dgm:spPr/>
      <dgm:t>
        <a:bodyPr/>
        <a:lstStyle/>
        <a:p>
          <a:endParaRPr lang="en-US"/>
        </a:p>
      </dgm:t>
    </dgm:pt>
    <dgm:pt modelId="{2CDC2EA0-0DE5-4E86-858D-56D3D130DB36}">
      <dgm:prSet/>
      <dgm:spPr/>
      <dgm:t>
        <a:bodyPr/>
        <a:lstStyle/>
        <a:p>
          <a:r>
            <a:rPr lang="en-US"/>
            <a:t>Modularity, Scalability, Separation of Concerns</a:t>
          </a:r>
        </a:p>
      </dgm:t>
    </dgm:pt>
    <dgm:pt modelId="{385D9CE3-E72A-4725-91A9-392267B83BB0}" type="parTrans" cxnId="{D1A1B84A-D9C2-4BB8-AD58-FDFF12F01723}">
      <dgm:prSet/>
      <dgm:spPr/>
      <dgm:t>
        <a:bodyPr/>
        <a:lstStyle/>
        <a:p>
          <a:endParaRPr lang="en-US"/>
        </a:p>
      </dgm:t>
    </dgm:pt>
    <dgm:pt modelId="{BE80EC6A-6E53-45C1-9DE7-94BE06D39316}" type="sibTrans" cxnId="{D1A1B84A-D9C2-4BB8-AD58-FDFF12F01723}">
      <dgm:prSet/>
      <dgm:spPr/>
      <dgm:t>
        <a:bodyPr/>
        <a:lstStyle/>
        <a:p>
          <a:endParaRPr lang="en-US"/>
        </a:p>
      </dgm:t>
    </dgm:pt>
    <dgm:pt modelId="{AF53FEDB-96EE-4AF9-9BFB-801B4664D40A}" type="pres">
      <dgm:prSet presAssocID="{C5EE4E9E-7E0E-4006-AB80-C5C2BF4AEDBE}" presName="root" presStyleCnt="0">
        <dgm:presLayoutVars>
          <dgm:dir/>
          <dgm:resizeHandles val="exact"/>
        </dgm:presLayoutVars>
      </dgm:prSet>
      <dgm:spPr/>
    </dgm:pt>
    <dgm:pt modelId="{FB2EEDE5-FADF-469D-A70B-D25AFCE15219}" type="pres">
      <dgm:prSet presAssocID="{4EF29092-3E50-42B1-B06F-E05F04A88746}" presName="compNode" presStyleCnt="0"/>
      <dgm:spPr/>
    </dgm:pt>
    <dgm:pt modelId="{151857E9-D079-4D6C-BCB6-3CCA0C5D9CA1}" type="pres">
      <dgm:prSet presAssocID="{4EF29092-3E50-42B1-B06F-E05F04A88746}" presName="bgRect" presStyleLbl="bgShp" presStyleIdx="0" presStyleCnt="6"/>
      <dgm:spPr/>
    </dgm:pt>
    <dgm:pt modelId="{68DB34D9-5B2B-440E-9B21-8EA94F6C4353}" type="pres">
      <dgm:prSet presAssocID="{4EF29092-3E50-42B1-B06F-E05F04A8874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F532D5E-A98D-4816-BFAD-C635619D9A69}" type="pres">
      <dgm:prSet presAssocID="{4EF29092-3E50-42B1-B06F-E05F04A88746}" presName="spaceRect" presStyleCnt="0"/>
      <dgm:spPr/>
    </dgm:pt>
    <dgm:pt modelId="{7A156A5E-8126-4D6D-8198-50179FB10B09}" type="pres">
      <dgm:prSet presAssocID="{4EF29092-3E50-42B1-B06F-E05F04A88746}" presName="parTx" presStyleLbl="revTx" presStyleIdx="0" presStyleCnt="6">
        <dgm:presLayoutVars>
          <dgm:chMax val="0"/>
          <dgm:chPref val="0"/>
        </dgm:presLayoutVars>
      </dgm:prSet>
      <dgm:spPr/>
    </dgm:pt>
    <dgm:pt modelId="{4A5F4724-D67D-4F26-908E-3395820DB755}" type="pres">
      <dgm:prSet presAssocID="{98BC34C3-DF73-4406-B052-F24610FEE335}" presName="sibTrans" presStyleCnt="0"/>
      <dgm:spPr/>
    </dgm:pt>
    <dgm:pt modelId="{5518F261-F29E-40C2-88C6-1C6D9C885218}" type="pres">
      <dgm:prSet presAssocID="{02378E17-4B65-48B1-9554-F9B863F021DE}" presName="compNode" presStyleCnt="0"/>
      <dgm:spPr/>
    </dgm:pt>
    <dgm:pt modelId="{0E4CFC67-73F8-4944-BFA7-7E66E5428F38}" type="pres">
      <dgm:prSet presAssocID="{02378E17-4B65-48B1-9554-F9B863F021DE}" presName="bgRect" presStyleLbl="bgShp" presStyleIdx="1" presStyleCnt="6"/>
      <dgm:spPr/>
    </dgm:pt>
    <dgm:pt modelId="{43C5EF1C-FCB8-430C-8241-861FDD437FDF}" type="pres">
      <dgm:prSet presAssocID="{02378E17-4B65-48B1-9554-F9B863F021D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DCF9F0-0313-436E-8326-FAEF93BC18E1}" type="pres">
      <dgm:prSet presAssocID="{02378E17-4B65-48B1-9554-F9B863F021DE}" presName="spaceRect" presStyleCnt="0"/>
      <dgm:spPr/>
    </dgm:pt>
    <dgm:pt modelId="{941C5F9C-111E-43F1-9047-BDF49FE6CD43}" type="pres">
      <dgm:prSet presAssocID="{02378E17-4B65-48B1-9554-F9B863F021DE}" presName="parTx" presStyleLbl="revTx" presStyleIdx="1" presStyleCnt="6">
        <dgm:presLayoutVars>
          <dgm:chMax val="0"/>
          <dgm:chPref val="0"/>
        </dgm:presLayoutVars>
      </dgm:prSet>
      <dgm:spPr/>
    </dgm:pt>
    <dgm:pt modelId="{BFCA8800-8C64-4F01-BC4E-3D7A9168254C}" type="pres">
      <dgm:prSet presAssocID="{D44AD353-FBB2-4F6B-ADE6-370B0AAEEDB0}" presName="sibTrans" presStyleCnt="0"/>
      <dgm:spPr/>
    </dgm:pt>
    <dgm:pt modelId="{0AD59E33-4F87-4D19-8E1B-C629F3C0B416}" type="pres">
      <dgm:prSet presAssocID="{E3E82427-BAF9-4D97-A596-BEBFDF02F3D2}" presName="compNode" presStyleCnt="0"/>
      <dgm:spPr/>
    </dgm:pt>
    <dgm:pt modelId="{C4296DE9-CE2D-43A3-8EC7-19FAC444FA8D}" type="pres">
      <dgm:prSet presAssocID="{E3E82427-BAF9-4D97-A596-BEBFDF02F3D2}" presName="bgRect" presStyleLbl="bgShp" presStyleIdx="2" presStyleCnt="6"/>
      <dgm:spPr/>
    </dgm:pt>
    <dgm:pt modelId="{D8F16701-2D0E-4FCB-B079-F53B32FEAE7D}" type="pres">
      <dgm:prSet presAssocID="{E3E82427-BAF9-4D97-A596-BEBFDF02F3D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4083F1B-03EA-44CA-BD06-037FA1C0311E}" type="pres">
      <dgm:prSet presAssocID="{E3E82427-BAF9-4D97-A596-BEBFDF02F3D2}" presName="spaceRect" presStyleCnt="0"/>
      <dgm:spPr/>
    </dgm:pt>
    <dgm:pt modelId="{A9BB67D7-B5C9-4627-99EC-EAAD59CFADF8}" type="pres">
      <dgm:prSet presAssocID="{E3E82427-BAF9-4D97-A596-BEBFDF02F3D2}" presName="parTx" presStyleLbl="revTx" presStyleIdx="2" presStyleCnt="6">
        <dgm:presLayoutVars>
          <dgm:chMax val="0"/>
          <dgm:chPref val="0"/>
        </dgm:presLayoutVars>
      </dgm:prSet>
      <dgm:spPr/>
    </dgm:pt>
    <dgm:pt modelId="{7B79E100-6EF1-40F3-A968-1FCF4ECB56E7}" type="pres">
      <dgm:prSet presAssocID="{9589C9F4-57F2-4FBB-B244-03F5FA581646}" presName="sibTrans" presStyleCnt="0"/>
      <dgm:spPr/>
    </dgm:pt>
    <dgm:pt modelId="{4871CF32-C4AE-40B8-8A77-A250D07127B8}" type="pres">
      <dgm:prSet presAssocID="{7E597EF4-7AA3-4ED7-B1DC-218613D71413}" presName="compNode" presStyleCnt="0"/>
      <dgm:spPr/>
    </dgm:pt>
    <dgm:pt modelId="{9ABD1B26-FEEE-4F12-81FC-C4A0BF14E675}" type="pres">
      <dgm:prSet presAssocID="{7E597EF4-7AA3-4ED7-B1DC-218613D71413}" presName="bgRect" presStyleLbl="bgShp" presStyleIdx="3" presStyleCnt="6"/>
      <dgm:spPr/>
    </dgm:pt>
    <dgm:pt modelId="{7B309977-382E-4CEE-9E51-AC36B4EA89D4}" type="pres">
      <dgm:prSet presAssocID="{7E597EF4-7AA3-4ED7-B1DC-218613D7141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6702180-7441-4C8F-BD67-22BB44F6F370}" type="pres">
      <dgm:prSet presAssocID="{7E597EF4-7AA3-4ED7-B1DC-218613D71413}" presName="spaceRect" presStyleCnt="0"/>
      <dgm:spPr/>
    </dgm:pt>
    <dgm:pt modelId="{460203AE-1913-4ED1-BFD9-DFA1FD40621A}" type="pres">
      <dgm:prSet presAssocID="{7E597EF4-7AA3-4ED7-B1DC-218613D71413}" presName="parTx" presStyleLbl="revTx" presStyleIdx="3" presStyleCnt="6">
        <dgm:presLayoutVars>
          <dgm:chMax val="0"/>
          <dgm:chPref val="0"/>
        </dgm:presLayoutVars>
      </dgm:prSet>
      <dgm:spPr/>
    </dgm:pt>
    <dgm:pt modelId="{56DE95DD-9FC5-4796-BE42-D37A82940F2B}" type="pres">
      <dgm:prSet presAssocID="{AF6BF78C-43B7-4436-88AB-BC36065155D8}" presName="sibTrans" presStyleCnt="0"/>
      <dgm:spPr/>
    </dgm:pt>
    <dgm:pt modelId="{288CE9DE-CB83-428B-BE52-E0805D242A3A}" type="pres">
      <dgm:prSet presAssocID="{29DC8737-D381-41FC-9493-BF48B9181370}" presName="compNode" presStyleCnt="0"/>
      <dgm:spPr/>
    </dgm:pt>
    <dgm:pt modelId="{65A24808-5CA8-4FFA-A05D-7DE0E2FA2915}" type="pres">
      <dgm:prSet presAssocID="{29DC8737-D381-41FC-9493-BF48B9181370}" presName="bgRect" presStyleLbl="bgShp" presStyleIdx="4" presStyleCnt="6"/>
      <dgm:spPr/>
    </dgm:pt>
    <dgm:pt modelId="{EE99E5EE-2B81-4A70-9C14-E40547097DCA}" type="pres">
      <dgm:prSet presAssocID="{29DC8737-D381-41FC-9493-BF48B918137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3A45E79-1108-43C7-BED2-EB9A22127494}" type="pres">
      <dgm:prSet presAssocID="{29DC8737-D381-41FC-9493-BF48B9181370}" presName="spaceRect" presStyleCnt="0"/>
      <dgm:spPr/>
    </dgm:pt>
    <dgm:pt modelId="{AF4776DD-5E76-4F15-AD17-A2BCFE341940}" type="pres">
      <dgm:prSet presAssocID="{29DC8737-D381-41FC-9493-BF48B9181370}" presName="parTx" presStyleLbl="revTx" presStyleIdx="4" presStyleCnt="6">
        <dgm:presLayoutVars>
          <dgm:chMax val="0"/>
          <dgm:chPref val="0"/>
        </dgm:presLayoutVars>
      </dgm:prSet>
      <dgm:spPr/>
    </dgm:pt>
    <dgm:pt modelId="{9D52362F-1D78-4337-9179-B61CD0DB9EB0}" type="pres">
      <dgm:prSet presAssocID="{47B16CBF-D841-4714-9E0B-053C7C94A596}" presName="sibTrans" presStyleCnt="0"/>
      <dgm:spPr/>
    </dgm:pt>
    <dgm:pt modelId="{2B6E3FAF-AC35-4D90-BD29-06E3AB48EC2D}" type="pres">
      <dgm:prSet presAssocID="{2CDC2EA0-0DE5-4E86-858D-56D3D130DB36}" presName="compNode" presStyleCnt="0"/>
      <dgm:spPr/>
    </dgm:pt>
    <dgm:pt modelId="{B6828A67-E9AB-429E-BC31-8E5213731D51}" type="pres">
      <dgm:prSet presAssocID="{2CDC2EA0-0DE5-4E86-858D-56D3D130DB36}" presName="bgRect" presStyleLbl="bgShp" presStyleIdx="5" presStyleCnt="6"/>
      <dgm:spPr/>
    </dgm:pt>
    <dgm:pt modelId="{1FFFFB6D-C7D9-470D-8F8C-C4C5A13F1F4B}" type="pres">
      <dgm:prSet presAssocID="{2CDC2EA0-0DE5-4E86-858D-56D3D130DB3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DE29E17-B39B-4918-B148-138EABB929B1}" type="pres">
      <dgm:prSet presAssocID="{2CDC2EA0-0DE5-4E86-858D-56D3D130DB36}" presName="spaceRect" presStyleCnt="0"/>
      <dgm:spPr/>
    </dgm:pt>
    <dgm:pt modelId="{5353EE47-D609-4095-BA52-9E3B77606D52}" type="pres">
      <dgm:prSet presAssocID="{2CDC2EA0-0DE5-4E86-858D-56D3D130DB3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D1F681A-259A-48E2-BD10-2C9205A062D3}" srcId="{C5EE4E9E-7E0E-4006-AB80-C5C2BF4AEDBE}" destId="{02378E17-4B65-48B1-9554-F9B863F021DE}" srcOrd="1" destOrd="0" parTransId="{30F75347-2E7D-454D-B8DF-DB88DB262953}" sibTransId="{D44AD353-FBB2-4F6B-ADE6-370B0AAEEDB0}"/>
    <dgm:cxn modelId="{DDF98526-6E50-41DB-9AEE-FA2C8C99979B}" type="presOf" srcId="{29DC8737-D381-41FC-9493-BF48B9181370}" destId="{AF4776DD-5E76-4F15-AD17-A2BCFE341940}" srcOrd="0" destOrd="0" presId="urn:microsoft.com/office/officeart/2018/2/layout/IconVerticalSolidList"/>
    <dgm:cxn modelId="{C73CDE35-81D8-4576-83CE-6D4249A159AC}" type="presOf" srcId="{2CDC2EA0-0DE5-4E86-858D-56D3D130DB36}" destId="{5353EE47-D609-4095-BA52-9E3B77606D52}" srcOrd="0" destOrd="0" presId="urn:microsoft.com/office/officeart/2018/2/layout/IconVerticalSolidList"/>
    <dgm:cxn modelId="{D1A1B84A-D9C2-4BB8-AD58-FDFF12F01723}" srcId="{C5EE4E9E-7E0E-4006-AB80-C5C2BF4AEDBE}" destId="{2CDC2EA0-0DE5-4E86-858D-56D3D130DB36}" srcOrd="5" destOrd="0" parTransId="{385D9CE3-E72A-4725-91A9-392267B83BB0}" sibTransId="{BE80EC6A-6E53-45C1-9DE7-94BE06D39316}"/>
    <dgm:cxn modelId="{2EBE526C-A3E9-4205-999B-741B65B7EDCC}" type="presOf" srcId="{02378E17-4B65-48B1-9554-F9B863F021DE}" destId="{941C5F9C-111E-43F1-9047-BDF49FE6CD43}" srcOrd="0" destOrd="0" presId="urn:microsoft.com/office/officeart/2018/2/layout/IconVerticalSolidList"/>
    <dgm:cxn modelId="{28B52D50-C0A5-48F7-8399-DFC012352FAD}" srcId="{C5EE4E9E-7E0E-4006-AB80-C5C2BF4AEDBE}" destId="{E3E82427-BAF9-4D97-A596-BEBFDF02F3D2}" srcOrd="2" destOrd="0" parTransId="{BA356D95-FC08-4A1C-8394-EFC0CF7A8530}" sibTransId="{9589C9F4-57F2-4FBB-B244-03F5FA581646}"/>
    <dgm:cxn modelId="{8B518452-D96C-4048-ABD2-C00C631B66FF}" srcId="{C5EE4E9E-7E0E-4006-AB80-C5C2BF4AEDBE}" destId="{4EF29092-3E50-42B1-B06F-E05F04A88746}" srcOrd="0" destOrd="0" parTransId="{8F55F092-F757-4FA5-BF07-F6B247055315}" sibTransId="{98BC34C3-DF73-4406-B052-F24610FEE335}"/>
    <dgm:cxn modelId="{C3D0BA84-950E-4E0A-8DE4-5ACA75D53B5D}" type="presOf" srcId="{E3E82427-BAF9-4D97-A596-BEBFDF02F3D2}" destId="{A9BB67D7-B5C9-4627-99EC-EAAD59CFADF8}" srcOrd="0" destOrd="0" presId="urn:microsoft.com/office/officeart/2018/2/layout/IconVerticalSolidList"/>
    <dgm:cxn modelId="{DDF8E387-9052-47DB-801F-4995E9BA3837}" type="presOf" srcId="{7E597EF4-7AA3-4ED7-B1DC-218613D71413}" destId="{460203AE-1913-4ED1-BFD9-DFA1FD40621A}" srcOrd="0" destOrd="0" presId="urn:microsoft.com/office/officeart/2018/2/layout/IconVerticalSolidList"/>
    <dgm:cxn modelId="{E912FF8A-82B4-40F5-9434-E9E73D551803}" type="presOf" srcId="{C5EE4E9E-7E0E-4006-AB80-C5C2BF4AEDBE}" destId="{AF53FEDB-96EE-4AF9-9BFB-801B4664D40A}" srcOrd="0" destOrd="0" presId="urn:microsoft.com/office/officeart/2018/2/layout/IconVerticalSolidList"/>
    <dgm:cxn modelId="{4F2585CA-CE35-4263-B3F9-E4B92093D4FF}" type="presOf" srcId="{4EF29092-3E50-42B1-B06F-E05F04A88746}" destId="{7A156A5E-8126-4D6D-8198-50179FB10B09}" srcOrd="0" destOrd="0" presId="urn:microsoft.com/office/officeart/2018/2/layout/IconVerticalSolidList"/>
    <dgm:cxn modelId="{1EA721D9-7356-494B-8CD0-B6E7FD1CDA3A}" srcId="{C5EE4E9E-7E0E-4006-AB80-C5C2BF4AEDBE}" destId="{7E597EF4-7AA3-4ED7-B1DC-218613D71413}" srcOrd="3" destOrd="0" parTransId="{A53F21BC-76B5-4355-AC50-9A4145BB8D45}" sibTransId="{AF6BF78C-43B7-4436-88AB-BC36065155D8}"/>
    <dgm:cxn modelId="{EF11A5EB-C4DA-43B6-94CA-FCEC9DA22984}" srcId="{C5EE4E9E-7E0E-4006-AB80-C5C2BF4AEDBE}" destId="{29DC8737-D381-41FC-9493-BF48B9181370}" srcOrd="4" destOrd="0" parTransId="{EF17495D-873D-421D-8188-A579FED52865}" sibTransId="{47B16CBF-D841-4714-9E0B-053C7C94A596}"/>
    <dgm:cxn modelId="{E2F0DF74-DC8C-4E55-AEFB-FF45E03A95C0}" type="presParOf" srcId="{AF53FEDB-96EE-4AF9-9BFB-801B4664D40A}" destId="{FB2EEDE5-FADF-469D-A70B-D25AFCE15219}" srcOrd="0" destOrd="0" presId="urn:microsoft.com/office/officeart/2018/2/layout/IconVerticalSolidList"/>
    <dgm:cxn modelId="{343E49A3-EDB0-4521-BC68-409D57EBBB12}" type="presParOf" srcId="{FB2EEDE5-FADF-469D-A70B-D25AFCE15219}" destId="{151857E9-D079-4D6C-BCB6-3CCA0C5D9CA1}" srcOrd="0" destOrd="0" presId="urn:microsoft.com/office/officeart/2018/2/layout/IconVerticalSolidList"/>
    <dgm:cxn modelId="{61FA71BD-816B-45CD-A1F9-F7FA8A49F1D8}" type="presParOf" srcId="{FB2EEDE5-FADF-469D-A70B-D25AFCE15219}" destId="{68DB34D9-5B2B-440E-9B21-8EA94F6C4353}" srcOrd="1" destOrd="0" presId="urn:microsoft.com/office/officeart/2018/2/layout/IconVerticalSolidList"/>
    <dgm:cxn modelId="{3FFCF86B-A124-4ACF-B290-B2D76072FACC}" type="presParOf" srcId="{FB2EEDE5-FADF-469D-A70B-D25AFCE15219}" destId="{2F532D5E-A98D-4816-BFAD-C635619D9A69}" srcOrd="2" destOrd="0" presId="urn:microsoft.com/office/officeart/2018/2/layout/IconVerticalSolidList"/>
    <dgm:cxn modelId="{1C9F0126-D7F8-44BA-B25A-8AF7B2FEDCFA}" type="presParOf" srcId="{FB2EEDE5-FADF-469D-A70B-D25AFCE15219}" destId="{7A156A5E-8126-4D6D-8198-50179FB10B09}" srcOrd="3" destOrd="0" presId="urn:microsoft.com/office/officeart/2018/2/layout/IconVerticalSolidList"/>
    <dgm:cxn modelId="{ECF3A7E6-A86A-4584-AB32-D1DFD3793BE8}" type="presParOf" srcId="{AF53FEDB-96EE-4AF9-9BFB-801B4664D40A}" destId="{4A5F4724-D67D-4F26-908E-3395820DB755}" srcOrd="1" destOrd="0" presId="urn:microsoft.com/office/officeart/2018/2/layout/IconVerticalSolidList"/>
    <dgm:cxn modelId="{39D28AA0-98B1-41BA-B3C4-88AC0AFFDEF4}" type="presParOf" srcId="{AF53FEDB-96EE-4AF9-9BFB-801B4664D40A}" destId="{5518F261-F29E-40C2-88C6-1C6D9C885218}" srcOrd="2" destOrd="0" presId="urn:microsoft.com/office/officeart/2018/2/layout/IconVerticalSolidList"/>
    <dgm:cxn modelId="{3DD509CE-6D03-4714-B388-9EDC9DD9B35B}" type="presParOf" srcId="{5518F261-F29E-40C2-88C6-1C6D9C885218}" destId="{0E4CFC67-73F8-4944-BFA7-7E66E5428F38}" srcOrd="0" destOrd="0" presId="urn:microsoft.com/office/officeart/2018/2/layout/IconVerticalSolidList"/>
    <dgm:cxn modelId="{50EC2213-6404-4A40-BC79-F33478F66F71}" type="presParOf" srcId="{5518F261-F29E-40C2-88C6-1C6D9C885218}" destId="{43C5EF1C-FCB8-430C-8241-861FDD437FDF}" srcOrd="1" destOrd="0" presId="urn:microsoft.com/office/officeart/2018/2/layout/IconVerticalSolidList"/>
    <dgm:cxn modelId="{9335BBD5-6EF9-4BDB-9EC5-FAC08A51AE51}" type="presParOf" srcId="{5518F261-F29E-40C2-88C6-1C6D9C885218}" destId="{A6DCF9F0-0313-436E-8326-FAEF93BC18E1}" srcOrd="2" destOrd="0" presId="urn:microsoft.com/office/officeart/2018/2/layout/IconVerticalSolidList"/>
    <dgm:cxn modelId="{288BDE19-0AD3-4A15-8C52-2E805BDBBAF4}" type="presParOf" srcId="{5518F261-F29E-40C2-88C6-1C6D9C885218}" destId="{941C5F9C-111E-43F1-9047-BDF49FE6CD43}" srcOrd="3" destOrd="0" presId="urn:microsoft.com/office/officeart/2018/2/layout/IconVerticalSolidList"/>
    <dgm:cxn modelId="{49E3979C-41CD-4612-88EF-D122F4430BF6}" type="presParOf" srcId="{AF53FEDB-96EE-4AF9-9BFB-801B4664D40A}" destId="{BFCA8800-8C64-4F01-BC4E-3D7A9168254C}" srcOrd="3" destOrd="0" presId="urn:microsoft.com/office/officeart/2018/2/layout/IconVerticalSolidList"/>
    <dgm:cxn modelId="{97271A5B-AEE4-429C-ABAB-2029C2A191A0}" type="presParOf" srcId="{AF53FEDB-96EE-4AF9-9BFB-801B4664D40A}" destId="{0AD59E33-4F87-4D19-8E1B-C629F3C0B416}" srcOrd="4" destOrd="0" presId="urn:microsoft.com/office/officeart/2018/2/layout/IconVerticalSolidList"/>
    <dgm:cxn modelId="{28D4E3E4-4194-4959-A0F4-3B8A23708841}" type="presParOf" srcId="{0AD59E33-4F87-4D19-8E1B-C629F3C0B416}" destId="{C4296DE9-CE2D-43A3-8EC7-19FAC444FA8D}" srcOrd="0" destOrd="0" presId="urn:microsoft.com/office/officeart/2018/2/layout/IconVerticalSolidList"/>
    <dgm:cxn modelId="{9AC39B7F-DCBE-4AAE-B490-ADB8D8208126}" type="presParOf" srcId="{0AD59E33-4F87-4D19-8E1B-C629F3C0B416}" destId="{D8F16701-2D0E-4FCB-B079-F53B32FEAE7D}" srcOrd="1" destOrd="0" presId="urn:microsoft.com/office/officeart/2018/2/layout/IconVerticalSolidList"/>
    <dgm:cxn modelId="{30A6667B-D29F-4C47-B181-2E68F1BDB44C}" type="presParOf" srcId="{0AD59E33-4F87-4D19-8E1B-C629F3C0B416}" destId="{04083F1B-03EA-44CA-BD06-037FA1C0311E}" srcOrd="2" destOrd="0" presId="urn:microsoft.com/office/officeart/2018/2/layout/IconVerticalSolidList"/>
    <dgm:cxn modelId="{B6D2DB85-C74F-47C9-A603-A73501CFAF52}" type="presParOf" srcId="{0AD59E33-4F87-4D19-8E1B-C629F3C0B416}" destId="{A9BB67D7-B5C9-4627-99EC-EAAD59CFADF8}" srcOrd="3" destOrd="0" presId="urn:microsoft.com/office/officeart/2018/2/layout/IconVerticalSolidList"/>
    <dgm:cxn modelId="{FC019A8C-6913-41DC-A603-F868BF2385A9}" type="presParOf" srcId="{AF53FEDB-96EE-4AF9-9BFB-801B4664D40A}" destId="{7B79E100-6EF1-40F3-A968-1FCF4ECB56E7}" srcOrd="5" destOrd="0" presId="urn:microsoft.com/office/officeart/2018/2/layout/IconVerticalSolidList"/>
    <dgm:cxn modelId="{83AF81FD-0B81-4103-814E-99F6C00450B1}" type="presParOf" srcId="{AF53FEDB-96EE-4AF9-9BFB-801B4664D40A}" destId="{4871CF32-C4AE-40B8-8A77-A250D07127B8}" srcOrd="6" destOrd="0" presId="urn:microsoft.com/office/officeart/2018/2/layout/IconVerticalSolidList"/>
    <dgm:cxn modelId="{ECB8ED5E-041C-4098-AEE6-D85529877CAD}" type="presParOf" srcId="{4871CF32-C4AE-40B8-8A77-A250D07127B8}" destId="{9ABD1B26-FEEE-4F12-81FC-C4A0BF14E675}" srcOrd="0" destOrd="0" presId="urn:microsoft.com/office/officeart/2018/2/layout/IconVerticalSolidList"/>
    <dgm:cxn modelId="{4CB53085-387C-4671-9D62-96B21955C68C}" type="presParOf" srcId="{4871CF32-C4AE-40B8-8A77-A250D07127B8}" destId="{7B309977-382E-4CEE-9E51-AC36B4EA89D4}" srcOrd="1" destOrd="0" presId="urn:microsoft.com/office/officeart/2018/2/layout/IconVerticalSolidList"/>
    <dgm:cxn modelId="{7EEE3082-03C6-433D-B4D9-EB022C990E0F}" type="presParOf" srcId="{4871CF32-C4AE-40B8-8A77-A250D07127B8}" destId="{D6702180-7441-4C8F-BD67-22BB44F6F370}" srcOrd="2" destOrd="0" presId="urn:microsoft.com/office/officeart/2018/2/layout/IconVerticalSolidList"/>
    <dgm:cxn modelId="{902B8EA2-EB89-4988-BC5F-3EBC95697926}" type="presParOf" srcId="{4871CF32-C4AE-40B8-8A77-A250D07127B8}" destId="{460203AE-1913-4ED1-BFD9-DFA1FD40621A}" srcOrd="3" destOrd="0" presId="urn:microsoft.com/office/officeart/2018/2/layout/IconVerticalSolidList"/>
    <dgm:cxn modelId="{AC644B56-F719-4FE2-95C6-5E74C6B4C781}" type="presParOf" srcId="{AF53FEDB-96EE-4AF9-9BFB-801B4664D40A}" destId="{56DE95DD-9FC5-4796-BE42-D37A82940F2B}" srcOrd="7" destOrd="0" presId="urn:microsoft.com/office/officeart/2018/2/layout/IconVerticalSolidList"/>
    <dgm:cxn modelId="{5D9F8928-F9C3-4A16-AB95-87DA1C837C75}" type="presParOf" srcId="{AF53FEDB-96EE-4AF9-9BFB-801B4664D40A}" destId="{288CE9DE-CB83-428B-BE52-E0805D242A3A}" srcOrd="8" destOrd="0" presId="urn:microsoft.com/office/officeart/2018/2/layout/IconVerticalSolidList"/>
    <dgm:cxn modelId="{9962AEDB-B469-4D8D-AAF1-EA271E0327A1}" type="presParOf" srcId="{288CE9DE-CB83-428B-BE52-E0805D242A3A}" destId="{65A24808-5CA8-4FFA-A05D-7DE0E2FA2915}" srcOrd="0" destOrd="0" presId="urn:microsoft.com/office/officeart/2018/2/layout/IconVerticalSolidList"/>
    <dgm:cxn modelId="{F35A4B1E-720D-4E62-97A5-F66AD8B7D4A7}" type="presParOf" srcId="{288CE9DE-CB83-428B-BE52-E0805D242A3A}" destId="{EE99E5EE-2B81-4A70-9C14-E40547097DCA}" srcOrd="1" destOrd="0" presId="urn:microsoft.com/office/officeart/2018/2/layout/IconVerticalSolidList"/>
    <dgm:cxn modelId="{313B9C3F-F557-42BA-AD07-52AD89096A12}" type="presParOf" srcId="{288CE9DE-CB83-428B-BE52-E0805D242A3A}" destId="{B3A45E79-1108-43C7-BED2-EB9A22127494}" srcOrd="2" destOrd="0" presId="urn:microsoft.com/office/officeart/2018/2/layout/IconVerticalSolidList"/>
    <dgm:cxn modelId="{43A0246C-6143-446E-9FCC-C08BD625525A}" type="presParOf" srcId="{288CE9DE-CB83-428B-BE52-E0805D242A3A}" destId="{AF4776DD-5E76-4F15-AD17-A2BCFE341940}" srcOrd="3" destOrd="0" presId="urn:microsoft.com/office/officeart/2018/2/layout/IconVerticalSolidList"/>
    <dgm:cxn modelId="{EABA3923-370F-43DC-87DE-4205784CBA2E}" type="presParOf" srcId="{AF53FEDB-96EE-4AF9-9BFB-801B4664D40A}" destId="{9D52362F-1D78-4337-9179-B61CD0DB9EB0}" srcOrd="9" destOrd="0" presId="urn:microsoft.com/office/officeart/2018/2/layout/IconVerticalSolidList"/>
    <dgm:cxn modelId="{029F84BD-B161-4D48-A3B1-F24E9E7C4975}" type="presParOf" srcId="{AF53FEDB-96EE-4AF9-9BFB-801B4664D40A}" destId="{2B6E3FAF-AC35-4D90-BD29-06E3AB48EC2D}" srcOrd="10" destOrd="0" presId="urn:microsoft.com/office/officeart/2018/2/layout/IconVerticalSolidList"/>
    <dgm:cxn modelId="{2AB93658-AEE5-47BF-B0CD-B749B49D4348}" type="presParOf" srcId="{2B6E3FAF-AC35-4D90-BD29-06E3AB48EC2D}" destId="{B6828A67-E9AB-429E-BC31-8E5213731D51}" srcOrd="0" destOrd="0" presId="urn:microsoft.com/office/officeart/2018/2/layout/IconVerticalSolidList"/>
    <dgm:cxn modelId="{8FBCE68F-B705-4D6D-A25A-58456F3951BE}" type="presParOf" srcId="{2B6E3FAF-AC35-4D90-BD29-06E3AB48EC2D}" destId="{1FFFFB6D-C7D9-470D-8F8C-C4C5A13F1F4B}" srcOrd="1" destOrd="0" presId="urn:microsoft.com/office/officeart/2018/2/layout/IconVerticalSolidList"/>
    <dgm:cxn modelId="{CAF641AC-FD65-4EAE-8301-66F810F8913E}" type="presParOf" srcId="{2B6E3FAF-AC35-4D90-BD29-06E3AB48EC2D}" destId="{CDE29E17-B39B-4918-B148-138EABB929B1}" srcOrd="2" destOrd="0" presId="urn:microsoft.com/office/officeart/2018/2/layout/IconVerticalSolidList"/>
    <dgm:cxn modelId="{509017B1-64B1-494B-AA62-A50AE0D0853A}" type="presParOf" srcId="{2B6E3FAF-AC35-4D90-BD29-06E3AB48EC2D}" destId="{5353EE47-D609-4095-BA52-9E3B77606D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49BA6D-A89B-4AC0-994E-5DABF3CB89D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26A7EB0-70C8-403B-877F-945E39CDA3B8}">
      <dgm:prSet/>
      <dgm:spPr/>
      <dgm:t>
        <a:bodyPr/>
        <a:lstStyle/>
        <a:p>
          <a:r>
            <a:rPr lang="en-US"/>
            <a:t>React Build using npm</a:t>
          </a:r>
        </a:p>
      </dgm:t>
    </dgm:pt>
    <dgm:pt modelId="{3408D28F-2F0C-4941-A68C-4FD41BC41A0C}" type="parTrans" cxnId="{90332F03-C727-4D78-8EA7-08BE0787FF58}">
      <dgm:prSet/>
      <dgm:spPr/>
      <dgm:t>
        <a:bodyPr/>
        <a:lstStyle/>
        <a:p>
          <a:endParaRPr lang="en-US"/>
        </a:p>
      </dgm:t>
    </dgm:pt>
    <dgm:pt modelId="{38B055D4-2894-4E47-B705-6EAFE3DC9399}" type="sibTrans" cxnId="{90332F03-C727-4D78-8EA7-08BE0787FF58}">
      <dgm:prSet/>
      <dgm:spPr/>
      <dgm:t>
        <a:bodyPr/>
        <a:lstStyle/>
        <a:p>
          <a:endParaRPr lang="en-US"/>
        </a:p>
      </dgm:t>
    </dgm:pt>
    <dgm:pt modelId="{C45CA6FA-F11C-44D3-96F5-75261B680E32}">
      <dgm:prSet/>
      <dgm:spPr/>
      <dgm:t>
        <a:bodyPr/>
        <a:lstStyle/>
        <a:p>
          <a:r>
            <a:rPr lang="en-US"/>
            <a:t>Static files hosted on Amazon S3</a:t>
          </a:r>
        </a:p>
      </dgm:t>
    </dgm:pt>
    <dgm:pt modelId="{B36B0AB7-4F06-4F92-A7CD-0556C0570300}" type="parTrans" cxnId="{BC0203DE-196E-403C-82C3-D63A95834479}">
      <dgm:prSet/>
      <dgm:spPr/>
      <dgm:t>
        <a:bodyPr/>
        <a:lstStyle/>
        <a:p>
          <a:endParaRPr lang="en-US"/>
        </a:p>
      </dgm:t>
    </dgm:pt>
    <dgm:pt modelId="{48D1E6FE-0B72-48E0-A103-B9BEE4F27DD2}" type="sibTrans" cxnId="{BC0203DE-196E-403C-82C3-D63A95834479}">
      <dgm:prSet/>
      <dgm:spPr/>
      <dgm:t>
        <a:bodyPr/>
        <a:lstStyle/>
        <a:p>
          <a:endParaRPr lang="en-US"/>
        </a:p>
      </dgm:t>
    </dgm:pt>
    <dgm:pt modelId="{6DF97EFC-B1B5-4B30-BCB7-FEDF2250F63E}">
      <dgm:prSet/>
      <dgm:spPr/>
      <dgm:t>
        <a:bodyPr/>
        <a:lstStyle/>
        <a:p>
          <a:r>
            <a:rPr lang="en-US"/>
            <a:t>Public access enabled</a:t>
          </a:r>
        </a:p>
      </dgm:t>
    </dgm:pt>
    <dgm:pt modelId="{DA86FDA6-1537-45E4-A6F3-0DB7A3D3FA2A}" type="parTrans" cxnId="{5F710626-EF66-4A78-A7BC-29615A4E8DBD}">
      <dgm:prSet/>
      <dgm:spPr/>
      <dgm:t>
        <a:bodyPr/>
        <a:lstStyle/>
        <a:p>
          <a:endParaRPr lang="en-US"/>
        </a:p>
      </dgm:t>
    </dgm:pt>
    <dgm:pt modelId="{5BF03D32-1323-435E-B7A4-8A855C8579BE}" type="sibTrans" cxnId="{5F710626-EF66-4A78-A7BC-29615A4E8DBD}">
      <dgm:prSet/>
      <dgm:spPr/>
      <dgm:t>
        <a:bodyPr/>
        <a:lstStyle/>
        <a:p>
          <a:endParaRPr lang="en-US"/>
        </a:p>
      </dgm:t>
    </dgm:pt>
    <dgm:pt modelId="{43488F03-E8E6-46DD-9AF2-ADA0BE70FBA3}">
      <dgm:prSet/>
      <dgm:spPr/>
      <dgm:t>
        <a:bodyPr/>
        <a:lstStyle/>
        <a:p>
          <a:r>
            <a:rPr lang="en-US"/>
            <a:t>Benefits:</a:t>
          </a:r>
        </a:p>
      </dgm:t>
    </dgm:pt>
    <dgm:pt modelId="{AA05FEAB-E925-46E4-A695-B7285634F554}" type="parTrans" cxnId="{862D812A-C3AE-4B1C-BE2D-BB8F371ADDB0}">
      <dgm:prSet/>
      <dgm:spPr/>
      <dgm:t>
        <a:bodyPr/>
        <a:lstStyle/>
        <a:p>
          <a:endParaRPr lang="en-US"/>
        </a:p>
      </dgm:t>
    </dgm:pt>
    <dgm:pt modelId="{D0234577-A998-4796-87E0-280F39BCA7E6}" type="sibTrans" cxnId="{862D812A-C3AE-4B1C-BE2D-BB8F371ADDB0}">
      <dgm:prSet/>
      <dgm:spPr/>
      <dgm:t>
        <a:bodyPr/>
        <a:lstStyle/>
        <a:p>
          <a:endParaRPr lang="en-US"/>
        </a:p>
      </dgm:t>
    </dgm:pt>
    <dgm:pt modelId="{EE52027E-6CBB-4D74-9B13-0D8B500BD61A}">
      <dgm:prSet/>
      <dgm:spPr/>
      <dgm:t>
        <a:bodyPr/>
        <a:lstStyle/>
        <a:p>
          <a:r>
            <a:rPr lang="en-US"/>
            <a:t>Low Cost, High Availability, Fast Access</a:t>
          </a:r>
        </a:p>
      </dgm:t>
    </dgm:pt>
    <dgm:pt modelId="{5D66344D-4BC0-40AD-AE10-34C0C0B4AC4A}" type="parTrans" cxnId="{85811AA7-CE81-4297-9520-81141E0DE442}">
      <dgm:prSet/>
      <dgm:spPr/>
      <dgm:t>
        <a:bodyPr/>
        <a:lstStyle/>
        <a:p>
          <a:endParaRPr lang="en-US"/>
        </a:p>
      </dgm:t>
    </dgm:pt>
    <dgm:pt modelId="{35EFA01C-3A44-40A2-94EE-9BC22F0999F7}" type="sibTrans" cxnId="{85811AA7-CE81-4297-9520-81141E0DE442}">
      <dgm:prSet/>
      <dgm:spPr/>
      <dgm:t>
        <a:bodyPr/>
        <a:lstStyle/>
        <a:p>
          <a:endParaRPr lang="en-US"/>
        </a:p>
      </dgm:t>
    </dgm:pt>
    <dgm:pt modelId="{AD0FFA7E-944E-4006-AC6C-62701FC52435}" type="pres">
      <dgm:prSet presAssocID="{C549BA6D-A89B-4AC0-994E-5DABF3CB89D4}" presName="vert0" presStyleCnt="0">
        <dgm:presLayoutVars>
          <dgm:dir/>
          <dgm:animOne val="branch"/>
          <dgm:animLvl val="lvl"/>
        </dgm:presLayoutVars>
      </dgm:prSet>
      <dgm:spPr/>
    </dgm:pt>
    <dgm:pt modelId="{1A02E406-7121-40BD-9911-D1E30C3F3504}" type="pres">
      <dgm:prSet presAssocID="{F26A7EB0-70C8-403B-877F-945E39CDA3B8}" presName="thickLine" presStyleLbl="alignNode1" presStyleIdx="0" presStyleCnt="5"/>
      <dgm:spPr/>
    </dgm:pt>
    <dgm:pt modelId="{C290D917-3B6F-4247-AD13-C0C709080F02}" type="pres">
      <dgm:prSet presAssocID="{F26A7EB0-70C8-403B-877F-945E39CDA3B8}" presName="horz1" presStyleCnt="0"/>
      <dgm:spPr/>
    </dgm:pt>
    <dgm:pt modelId="{A9E9BCD9-EE5E-4B90-A2EC-0E29DD6D2298}" type="pres">
      <dgm:prSet presAssocID="{F26A7EB0-70C8-403B-877F-945E39CDA3B8}" presName="tx1" presStyleLbl="revTx" presStyleIdx="0" presStyleCnt="5"/>
      <dgm:spPr/>
    </dgm:pt>
    <dgm:pt modelId="{4FF4C7F9-215C-46C3-99CC-5BC58ECFDE57}" type="pres">
      <dgm:prSet presAssocID="{F26A7EB0-70C8-403B-877F-945E39CDA3B8}" presName="vert1" presStyleCnt="0"/>
      <dgm:spPr/>
    </dgm:pt>
    <dgm:pt modelId="{BD092162-2154-400E-B80F-352021E0F2C6}" type="pres">
      <dgm:prSet presAssocID="{C45CA6FA-F11C-44D3-96F5-75261B680E32}" presName="thickLine" presStyleLbl="alignNode1" presStyleIdx="1" presStyleCnt="5"/>
      <dgm:spPr/>
    </dgm:pt>
    <dgm:pt modelId="{C8B3BF38-DA80-4E60-8F2A-1B9136EE0ECC}" type="pres">
      <dgm:prSet presAssocID="{C45CA6FA-F11C-44D3-96F5-75261B680E32}" presName="horz1" presStyleCnt="0"/>
      <dgm:spPr/>
    </dgm:pt>
    <dgm:pt modelId="{A1947B80-86AC-483D-845A-9A2A0AD29117}" type="pres">
      <dgm:prSet presAssocID="{C45CA6FA-F11C-44D3-96F5-75261B680E32}" presName="tx1" presStyleLbl="revTx" presStyleIdx="1" presStyleCnt="5"/>
      <dgm:spPr/>
    </dgm:pt>
    <dgm:pt modelId="{9D8605DB-EB41-421A-A37D-38D2DDE04334}" type="pres">
      <dgm:prSet presAssocID="{C45CA6FA-F11C-44D3-96F5-75261B680E32}" presName="vert1" presStyleCnt="0"/>
      <dgm:spPr/>
    </dgm:pt>
    <dgm:pt modelId="{68764D73-E3E3-4C53-8228-1F4A1DE4D223}" type="pres">
      <dgm:prSet presAssocID="{6DF97EFC-B1B5-4B30-BCB7-FEDF2250F63E}" presName="thickLine" presStyleLbl="alignNode1" presStyleIdx="2" presStyleCnt="5"/>
      <dgm:spPr/>
    </dgm:pt>
    <dgm:pt modelId="{1FBA108B-E37B-4012-AA6E-6D7FB6C19280}" type="pres">
      <dgm:prSet presAssocID="{6DF97EFC-B1B5-4B30-BCB7-FEDF2250F63E}" presName="horz1" presStyleCnt="0"/>
      <dgm:spPr/>
    </dgm:pt>
    <dgm:pt modelId="{96C8036B-040E-4C76-A0E6-DD20C21EDFAB}" type="pres">
      <dgm:prSet presAssocID="{6DF97EFC-B1B5-4B30-BCB7-FEDF2250F63E}" presName="tx1" presStyleLbl="revTx" presStyleIdx="2" presStyleCnt="5"/>
      <dgm:spPr/>
    </dgm:pt>
    <dgm:pt modelId="{F5CB2EC1-0E3C-4A6C-97C7-57C75F635FDA}" type="pres">
      <dgm:prSet presAssocID="{6DF97EFC-B1B5-4B30-BCB7-FEDF2250F63E}" presName="vert1" presStyleCnt="0"/>
      <dgm:spPr/>
    </dgm:pt>
    <dgm:pt modelId="{5814D1C1-7660-4A30-83FE-0D49A1881EFF}" type="pres">
      <dgm:prSet presAssocID="{43488F03-E8E6-46DD-9AF2-ADA0BE70FBA3}" presName="thickLine" presStyleLbl="alignNode1" presStyleIdx="3" presStyleCnt="5"/>
      <dgm:spPr/>
    </dgm:pt>
    <dgm:pt modelId="{8A93997E-2209-4F94-ACAA-DBD762CF0717}" type="pres">
      <dgm:prSet presAssocID="{43488F03-E8E6-46DD-9AF2-ADA0BE70FBA3}" presName="horz1" presStyleCnt="0"/>
      <dgm:spPr/>
    </dgm:pt>
    <dgm:pt modelId="{A55CCBB3-FD01-4D59-8557-79441CB2804C}" type="pres">
      <dgm:prSet presAssocID="{43488F03-E8E6-46DD-9AF2-ADA0BE70FBA3}" presName="tx1" presStyleLbl="revTx" presStyleIdx="3" presStyleCnt="5"/>
      <dgm:spPr/>
    </dgm:pt>
    <dgm:pt modelId="{8039B265-B11D-4EA1-959A-A542DE6E7C7A}" type="pres">
      <dgm:prSet presAssocID="{43488F03-E8E6-46DD-9AF2-ADA0BE70FBA3}" presName="vert1" presStyleCnt="0"/>
      <dgm:spPr/>
    </dgm:pt>
    <dgm:pt modelId="{694A02B0-8961-41FC-9AFB-1B6A5B5ED292}" type="pres">
      <dgm:prSet presAssocID="{EE52027E-6CBB-4D74-9B13-0D8B500BD61A}" presName="thickLine" presStyleLbl="alignNode1" presStyleIdx="4" presStyleCnt="5"/>
      <dgm:spPr/>
    </dgm:pt>
    <dgm:pt modelId="{330C24D9-6E9B-4371-B712-7AC01485D68D}" type="pres">
      <dgm:prSet presAssocID="{EE52027E-6CBB-4D74-9B13-0D8B500BD61A}" presName="horz1" presStyleCnt="0"/>
      <dgm:spPr/>
    </dgm:pt>
    <dgm:pt modelId="{1558EAA1-F411-40D2-9A96-270A8DB97D89}" type="pres">
      <dgm:prSet presAssocID="{EE52027E-6CBB-4D74-9B13-0D8B500BD61A}" presName="tx1" presStyleLbl="revTx" presStyleIdx="4" presStyleCnt="5"/>
      <dgm:spPr/>
    </dgm:pt>
    <dgm:pt modelId="{CEC59C59-989F-4ADC-A621-D9DA5C94BD25}" type="pres">
      <dgm:prSet presAssocID="{EE52027E-6CBB-4D74-9B13-0D8B500BD61A}" presName="vert1" presStyleCnt="0"/>
      <dgm:spPr/>
    </dgm:pt>
  </dgm:ptLst>
  <dgm:cxnLst>
    <dgm:cxn modelId="{17685102-F226-457E-931A-823892E1486F}" type="presOf" srcId="{43488F03-E8E6-46DD-9AF2-ADA0BE70FBA3}" destId="{A55CCBB3-FD01-4D59-8557-79441CB2804C}" srcOrd="0" destOrd="0" presId="urn:microsoft.com/office/officeart/2008/layout/LinedList"/>
    <dgm:cxn modelId="{90332F03-C727-4D78-8EA7-08BE0787FF58}" srcId="{C549BA6D-A89B-4AC0-994E-5DABF3CB89D4}" destId="{F26A7EB0-70C8-403B-877F-945E39CDA3B8}" srcOrd="0" destOrd="0" parTransId="{3408D28F-2F0C-4941-A68C-4FD41BC41A0C}" sibTransId="{38B055D4-2894-4E47-B705-6EAFE3DC9399}"/>
    <dgm:cxn modelId="{320E710C-AD0C-44FB-9683-EA9AC4D9FB97}" type="presOf" srcId="{C549BA6D-A89B-4AC0-994E-5DABF3CB89D4}" destId="{AD0FFA7E-944E-4006-AC6C-62701FC52435}" srcOrd="0" destOrd="0" presId="urn:microsoft.com/office/officeart/2008/layout/LinedList"/>
    <dgm:cxn modelId="{5F710626-EF66-4A78-A7BC-29615A4E8DBD}" srcId="{C549BA6D-A89B-4AC0-994E-5DABF3CB89D4}" destId="{6DF97EFC-B1B5-4B30-BCB7-FEDF2250F63E}" srcOrd="2" destOrd="0" parTransId="{DA86FDA6-1537-45E4-A6F3-0DB7A3D3FA2A}" sibTransId="{5BF03D32-1323-435E-B7A4-8A855C8579BE}"/>
    <dgm:cxn modelId="{862D812A-C3AE-4B1C-BE2D-BB8F371ADDB0}" srcId="{C549BA6D-A89B-4AC0-994E-5DABF3CB89D4}" destId="{43488F03-E8E6-46DD-9AF2-ADA0BE70FBA3}" srcOrd="3" destOrd="0" parTransId="{AA05FEAB-E925-46E4-A695-B7285634F554}" sibTransId="{D0234577-A998-4796-87E0-280F39BCA7E6}"/>
    <dgm:cxn modelId="{4A72CE45-B9FD-4FFF-B1DA-C4A85B57A3A6}" type="presOf" srcId="{C45CA6FA-F11C-44D3-96F5-75261B680E32}" destId="{A1947B80-86AC-483D-845A-9A2A0AD29117}" srcOrd="0" destOrd="0" presId="urn:microsoft.com/office/officeart/2008/layout/LinedList"/>
    <dgm:cxn modelId="{0BE27F81-C645-4394-81C6-58662C966C79}" type="presOf" srcId="{F26A7EB0-70C8-403B-877F-945E39CDA3B8}" destId="{A9E9BCD9-EE5E-4B90-A2EC-0E29DD6D2298}" srcOrd="0" destOrd="0" presId="urn:microsoft.com/office/officeart/2008/layout/LinedList"/>
    <dgm:cxn modelId="{85811AA7-CE81-4297-9520-81141E0DE442}" srcId="{C549BA6D-A89B-4AC0-994E-5DABF3CB89D4}" destId="{EE52027E-6CBB-4D74-9B13-0D8B500BD61A}" srcOrd="4" destOrd="0" parTransId="{5D66344D-4BC0-40AD-AE10-34C0C0B4AC4A}" sibTransId="{35EFA01C-3A44-40A2-94EE-9BC22F0999F7}"/>
    <dgm:cxn modelId="{2381F1BA-FC3D-4660-90EF-DA42B50997AC}" type="presOf" srcId="{6DF97EFC-B1B5-4B30-BCB7-FEDF2250F63E}" destId="{96C8036B-040E-4C76-A0E6-DD20C21EDFAB}" srcOrd="0" destOrd="0" presId="urn:microsoft.com/office/officeart/2008/layout/LinedList"/>
    <dgm:cxn modelId="{7DE544CC-5254-4D24-BEF3-A6AA423CF2B9}" type="presOf" srcId="{EE52027E-6CBB-4D74-9B13-0D8B500BD61A}" destId="{1558EAA1-F411-40D2-9A96-270A8DB97D89}" srcOrd="0" destOrd="0" presId="urn:microsoft.com/office/officeart/2008/layout/LinedList"/>
    <dgm:cxn modelId="{BC0203DE-196E-403C-82C3-D63A95834479}" srcId="{C549BA6D-A89B-4AC0-994E-5DABF3CB89D4}" destId="{C45CA6FA-F11C-44D3-96F5-75261B680E32}" srcOrd="1" destOrd="0" parTransId="{B36B0AB7-4F06-4F92-A7CD-0556C0570300}" sibTransId="{48D1E6FE-0B72-48E0-A103-B9BEE4F27DD2}"/>
    <dgm:cxn modelId="{823839D2-A975-48A4-9129-358D79D618F0}" type="presParOf" srcId="{AD0FFA7E-944E-4006-AC6C-62701FC52435}" destId="{1A02E406-7121-40BD-9911-D1E30C3F3504}" srcOrd="0" destOrd="0" presId="urn:microsoft.com/office/officeart/2008/layout/LinedList"/>
    <dgm:cxn modelId="{5AC9B5C4-8C7D-439C-A4A3-3F7CBBA10E9E}" type="presParOf" srcId="{AD0FFA7E-944E-4006-AC6C-62701FC52435}" destId="{C290D917-3B6F-4247-AD13-C0C709080F02}" srcOrd="1" destOrd="0" presId="urn:microsoft.com/office/officeart/2008/layout/LinedList"/>
    <dgm:cxn modelId="{0C1E0F72-93F9-4EE8-AA44-26286D7C3DBD}" type="presParOf" srcId="{C290D917-3B6F-4247-AD13-C0C709080F02}" destId="{A9E9BCD9-EE5E-4B90-A2EC-0E29DD6D2298}" srcOrd="0" destOrd="0" presId="urn:microsoft.com/office/officeart/2008/layout/LinedList"/>
    <dgm:cxn modelId="{E7DE0F79-35CA-4CB0-8DEA-33E8F23CD986}" type="presParOf" srcId="{C290D917-3B6F-4247-AD13-C0C709080F02}" destId="{4FF4C7F9-215C-46C3-99CC-5BC58ECFDE57}" srcOrd="1" destOrd="0" presId="urn:microsoft.com/office/officeart/2008/layout/LinedList"/>
    <dgm:cxn modelId="{9EDC01D4-A2C9-4187-9022-BE9ADBF8FCFF}" type="presParOf" srcId="{AD0FFA7E-944E-4006-AC6C-62701FC52435}" destId="{BD092162-2154-400E-B80F-352021E0F2C6}" srcOrd="2" destOrd="0" presId="urn:microsoft.com/office/officeart/2008/layout/LinedList"/>
    <dgm:cxn modelId="{91875B52-8B3B-4D5D-9797-AC6E3EF8E849}" type="presParOf" srcId="{AD0FFA7E-944E-4006-AC6C-62701FC52435}" destId="{C8B3BF38-DA80-4E60-8F2A-1B9136EE0ECC}" srcOrd="3" destOrd="0" presId="urn:microsoft.com/office/officeart/2008/layout/LinedList"/>
    <dgm:cxn modelId="{8788BD8F-172D-4983-9233-DE462A41FBF7}" type="presParOf" srcId="{C8B3BF38-DA80-4E60-8F2A-1B9136EE0ECC}" destId="{A1947B80-86AC-483D-845A-9A2A0AD29117}" srcOrd="0" destOrd="0" presId="urn:microsoft.com/office/officeart/2008/layout/LinedList"/>
    <dgm:cxn modelId="{CDFDE79C-E27D-4789-B5AA-477AEE350C3D}" type="presParOf" srcId="{C8B3BF38-DA80-4E60-8F2A-1B9136EE0ECC}" destId="{9D8605DB-EB41-421A-A37D-38D2DDE04334}" srcOrd="1" destOrd="0" presId="urn:microsoft.com/office/officeart/2008/layout/LinedList"/>
    <dgm:cxn modelId="{5FB8250D-9214-424E-AC47-9C184AA37C55}" type="presParOf" srcId="{AD0FFA7E-944E-4006-AC6C-62701FC52435}" destId="{68764D73-E3E3-4C53-8228-1F4A1DE4D223}" srcOrd="4" destOrd="0" presId="urn:microsoft.com/office/officeart/2008/layout/LinedList"/>
    <dgm:cxn modelId="{0F4B201F-639D-4345-A53D-CA90EE60A514}" type="presParOf" srcId="{AD0FFA7E-944E-4006-AC6C-62701FC52435}" destId="{1FBA108B-E37B-4012-AA6E-6D7FB6C19280}" srcOrd="5" destOrd="0" presId="urn:microsoft.com/office/officeart/2008/layout/LinedList"/>
    <dgm:cxn modelId="{CE1AA3C0-48A8-48A6-A1ED-26F99719018D}" type="presParOf" srcId="{1FBA108B-E37B-4012-AA6E-6D7FB6C19280}" destId="{96C8036B-040E-4C76-A0E6-DD20C21EDFAB}" srcOrd="0" destOrd="0" presId="urn:microsoft.com/office/officeart/2008/layout/LinedList"/>
    <dgm:cxn modelId="{5CDDC06C-2AF7-464E-BF3E-6C483DCDBB8F}" type="presParOf" srcId="{1FBA108B-E37B-4012-AA6E-6D7FB6C19280}" destId="{F5CB2EC1-0E3C-4A6C-97C7-57C75F635FDA}" srcOrd="1" destOrd="0" presId="urn:microsoft.com/office/officeart/2008/layout/LinedList"/>
    <dgm:cxn modelId="{2D1A89EC-0B94-4DD6-BEEE-0024AA2D40B3}" type="presParOf" srcId="{AD0FFA7E-944E-4006-AC6C-62701FC52435}" destId="{5814D1C1-7660-4A30-83FE-0D49A1881EFF}" srcOrd="6" destOrd="0" presId="urn:microsoft.com/office/officeart/2008/layout/LinedList"/>
    <dgm:cxn modelId="{8EC0039A-F1B2-4286-8DFD-C0F64397ECD6}" type="presParOf" srcId="{AD0FFA7E-944E-4006-AC6C-62701FC52435}" destId="{8A93997E-2209-4F94-ACAA-DBD762CF0717}" srcOrd="7" destOrd="0" presId="urn:microsoft.com/office/officeart/2008/layout/LinedList"/>
    <dgm:cxn modelId="{573C2789-DDB5-4913-89C0-CC9521D2952D}" type="presParOf" srcId="{8A93997E-2209-4F94-ACAA-DBD762CF0717}" destId="{A55CCBB3-FD01-4D59-8557-79441CB2804C}" srcOrd="0" destOrd="0" presId="urn:microsoft.com/office/officeart/2008/layout/LinedList"/>
    <dgm:cxn modelId="{EAEBCC9A-73A0-48DC-9859-C4D2EE090BFD}" type="presParOf" srcId="{8A93997E-2209-4F94-ACAA-DBD762CF0717}" destId="{8039B265-B11D-4EA1-959A-A542DE6E7C7A}" srcOrd="1" destOrd="0" presId="urn:microsoft.com/office/officeart/2008/layout/LinedList"/>
    <dgm:cxn modelId="{9A69D740-C52D-4E15-AC9F-85F263287E58}" type="presParOf" srcId="{AD0FFA7E-944E-4006-AC6C-62701FC52435}" destId="{694A02B0-8961-41FC-9AFB-1B6A5B5ED292}" srcOrd="8" destOrd="0" presId="urn:microsoft.com/office/officeart/2008/layout/LinedList"/>
    <dgm:cxn modelId="{2F67B1D3-DDF5-43CB-A750-01DF33445269}" type="presParOf" srcId="{AD0FFA7E-944E-4006-AC6C-62701FC52435}" destId="{330C24D9-6E9B-4371-B712-7AC01485D68D}" srcOrd="9" destOrd="0" presId="urn:microsoft.com/office/officeart/2008/layout/LinedList"/>
    <dgm:cxn modelId="{D5AC2DC5-83DE-4C95-9643-D6A177ED225A}" type="presParOf" srcId="{330C24D9-6E9B-4371-B712-7AC01485D68D}" destId="{1558EAA1-F411-40D2-9A96-270A8DB97D89}" srcOrd="0" destOrd="0" presId="urn:microsoft.com/office/officeart/2008/layout/LinedList"/>
    <dgm:cxn modelId="{8E075767-7D0B-43D0-AB0B-4E3783F66F46}" type="presParOf" srcId="{330C24D9-6E9B-4371-B712-7AC01485D68D}" destId="{CEC59C59-989F-4ADC-A621-D9DA5C94BD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111F2A-BDAC-4AB7-AEAB-C79AE4499C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C89E08-34ED-4ADF-9F80-CBBF057AD72A}">
      <dgm:prSet/>
      <dgm:spPr/>
      <dgm:t>
        <a:bodyPr/>
        <a:lstStyle/>
        <a:p>
          <a:r>
            <a:rPr lang="en-US"/>
            <a:t>NestJS on Ubuntu EC2</a:t>
          </a:r>
        </a:p>
      </dgm:t>
    </dgm:pt>
    <dgm:pt modelId="{06A68EE1-7ADE-4FFC-8D72-9E7CC3DC29E4}" type="parTrans" cxnId="{81C4489D-48DC-4CF8-8463-5B7A35432BE4}">
      <dgm:prSet/>
      <dgm:spPr/>
      <dgm:t>
        <a:bodyPr/>
        <a:lstStyle/>
        <a:p>
          <a:endParaRPr lang="en-US"/>
        </a:p>
      </dgm:t>
    </dgm:pt>
    <dgm:pt modelId="{C5B6E192-926F-44D4-A8FE-17068A4B5ECF}" type="sibTrans" cxnId="{81C4489D-48DC-4CF8-8463-5B7A35432BE4}">
      <dgm:prSet/>
      <dgm:spPr/>
      <dgm:t>
        <a:bodyPr/>
        <a:lstStyle/>
        <a:p>
          <a:endParaRPr lang="en-US"/>
        </a:p>
      </dgm:t>
    </dgm:pt>
    <dgm:pt modelId="{1C4859CA-4AB3-4FE7-891B-26974DE019F7}">
      <dgm:prSet/>
      <dgm:spPr/>
      <dgm:t>
        <a:bodyPr/>
        <a:lstStyle/>
        <a:p>
          <a:r>
            <a:rPr lang="en-US"/>
            <a:t>PM2 for process management</a:t>
          </a:r>
        </a:p>
      </dgm:t>
    </dgm:pt>
    <dgm:pt modelId="{E31EF815-E4FA-4EA5-A8A0-7442137E1B55}" type="parTrans" cxnId="{38F36927-B0A3-4224-A2DD-109FE696273A}">
      <dgm:prSet/>
      <dgm:spPr/>
      <dgm:t>
        <a:bodyPr/>
        <a:lstStyle/>
        <a:p>
          <a:endParaRPr lang="en-US"/>
        </a:p>
      </dgm:t>
    </dgm:pt>
    <dgm:pt modelId="{EFC85268-A58E-4119-9787-ABC23956D3FB}" type="sibTrans" cxnId="{38F36927-B0A3-4224-A2DD-109FE696273A}">
      <dgm:prSet/>
      <dgm:spPr/>
      <dgm:t>
        <a:bodyPr/>
        <a:lstStyle/>
        <a:p>
          <a:endParaRPr lang="en-US"/>
        </a:p>
      </dgm:t>
    </dgm:pt>
    <dgm:pt modelId="{629A95C1-356D-430A-A82C-57EC3DEBAF6C}">
      <dgm:prSet/>
      <dgm:spPr/>
      <dgm:t>
        <a:bodyPr/>
        <a:lstStyle/>
        <a:p>
          <a:r>
            <a:rPr lang="en-US"/>
            <a:t>Elastic IP for stable access</a:t>
          </a:r>
        </a:p>
      </dgm:t>
    </dgm:pt>
    <dgm:pt modelId="{7FBBA69A-0752-4ABA-A2C7-0807A750AE18}" type="parTrans" cxnId="{645E7923-DB1C-4626-809B-9C4DE79C2F8C}">
      <dgm:prSet/>
      <dgm:spPr/>
      <dgm:t>
        <a:bodyPr/>
        <a:lstStyle/>
        <a:p>
          <a:endParaRPr lang="en-US"/>
        </a:p>
      </dgm:t>
    </dgm:pt>
    <dgm:pt modelId="{21CA142D-3526-4AD3-A724-DDBFA7966996}" type="sibTrans" cxnId="{645E7923-DB1C-4626-809B-9C4DE79C2F8C}">
      <dgm:prSet/>
      <dgm:spPr/>
      <dgm:t>
        <a:bodyPr/>
        <a:lstStyle/>
        <a:p>
          <a:endParaRPr lang="en-US"/>
        </a:p>
      </dgm:t>
    </dgm:pt>
    <dgm:pt modelId="{6FF281E2-8BC7-4B00-ABE0-D06DACCD0DB9}">
      <dgm:prSet/>
      <dgm:spPr/>
      <dgm:t>
        <a:bodyPr/>
        <a:lstStyle/>
        <a:p>
          <a:r>
            <a:rPr lang="en-US"/>
            <a:t>Security Groups allow API traffic</a:t>
          </a:r>
        </a:p>
      </dgm:t>
    </dgm:pt>
    <dgm:pt modelId="{09346DE7-4BCE-4564-902E-6F686915FB97}" type="parTrans" cxnId="{7FD18A40-E581-4BA1-97E4-75E31C9BF436}">
      <dgm:prSet/>
      <dgm:spPr/>
      <dgm:t>
        <a:bodyPr/>
        <a:lstStyle/>
        <a:p>
          <a:endParaRPr lang="en-US"/>
        </a:p>
      </dgm:t>
    </dgm:pt>
    <dgm:pt modelId="{9F675DBF-1ED5-4F40-B0E1-92CCABF3D4EC}" type="sibTrans" cxnId="{7FD18A40-E581-4BA1-97E4-75E31C9BF436}">
      <dgm:prSet/>
      <dgm:spPr/>
      <dgm:t>
        <a:bodyPr/>
        <a:lstStyle/>
        <a:p>
          <a:endParaRPr lang="en-US"/>
        </a:p>
      </dgm:t>
    </dgm:pt>
    <dgm:pt modelId="{FF5640DD-04CA-487C-B5C4-949A94C0C547}" type="pres">
      <dgm:prSet presAssocID="{2F111F2A-BDAC-4AB7-AEAB-C79AE4499C93}" presName="root" presStyleCnt="0">
        <dgm:presLayoutVars>
          <dgm:dir/>
          <dgm:resizeHandles val="exact"/>
        </dgm:presLayoutVars>
      </dgm:prSet>
      <dgm:spPr/>
    </dgm:pt>
    <dgm:pt modelId="{17317205-ED4A-494A-AE22-09871239EE34}" type="pres">
      <dgm:prSet presAssocID="{3DC89E08-34ED-4ADF-9F80-CBBF057AD72A}" presName="compNode" presStyleCnt="0"/>
      <dgm:spPr/>
    </dgm:pt>
    <dgm:pt modelId="{CF4729A4-059B-4C0F-9C94-351F4CDD9183}" type="pres">
      <dgm:prSet presAssocID="{3DC89E08-34ED-4ADF-9F80-CBBF057AD72A}" presName="bgRect" presStyleLbl="bgShp" presStyleIdx="0" presStyleCnt="4"/>
      <dgm:spPr/>
    </dgm:pt>
    <dgm:pt modelId="{E15E27F0-D99C-4793-80D7-8D3635CEF96F}" type="pres">
      <dgm:prSet presAssocID="{3DC89E08-34ED-4ADF-9F80-CBBF057AD72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4FFE4E-93AD-4F55-866D-5309AB68931C}" type="pres">
      <dgm:prSet presAssocID="{3DC89E08-34ED-4ADF-9F80-CBBF057AD72A}" presName="spaceRect" presStyleCnt="0"/>
      <dgm:spPr/>
    </dgm:pt>
    <dgm:pt modelId="{C60FB647-B45D-48B2-BF72-284D94D15D30}" type="pres">
      <dgm:prSet presAssocID="{3DC89E08-34ED-4ADF-9F80-CBBF057AD72A}" presName="parTx" presStyleLbl="revTx" presStyleIdx="0" presStyleCnt="4">
        <dgm:presLayoutVars>
          <dgm:chMax val="0"/>
          <dgm:chPref val="0"/>
        </dgm:presLayoutVars>
      </dgm:prSet>
      <dgm:spPr/>
    </dgm:pt>
    <dgm:pt modelId="{9A68E062-1843-4A3B-AF5E-C1227B883635}" type="pres">
      <dgm:prSet presAssocID="{C5B6E192-926F-44D4-A8FE-17068A4B5ECF}" presName="sibTrans" presStyleCnt="0"/>
      <dgm:spPr/>
    </dgm:pt>
    <dgm:pt modelId="{B88477E6-0B8E-40C3-AE07-070195147B6F}" type="pres">
      <dgm:prSet presAssocID="{1C4859CA-4AB3-4FE7-891B-26974DE019F7}" presName="compNode" presStyleCnt="0"/>
      <dgm:spPr/>
    </dgm:pt>
    <dgm:pt modelId="{73675411-E44F-4994-B4E9-94678D9B0E85}" type="pres">
      <dgm:prSet presAssocID="{1C4859CA-4AB3-4FE7-891B-26974DE019F7}" presName="bgRect" presStyleLbl="bgShp" presStyleIdx="1" presStyleCnt="4"/>
      <dgm:spPr/>
    </dgm:pt>
    <dgm:pt modelId="{4D2691A9-3444-41C1-849D-FD0D84E6CE0D}" type="pres">
      <dgm:prSet presAssocID="{1C4859CA-4AB3-4FE7-891B-26974DE019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AD7C2A2-A02E-4C87-8744-EDBED0C77E4E}" type="pres">
      <dgm:prSet presAssocID="{1C4859CA-4AB3-4FE7-891B-26974DE019F7}" presName="spaceRect" presStyleCnt="0"/>
      <dgm:spPr/>
    </dgm:pt>
    <dgm:pt modelId="{2518A1CD-560D-476D-A5D1-6CC5D3E91580}" type="pres">
      <dgm:prSet presAssocID="{1C4859CA-4AB3-4FE7-891B-26974DE019F7}" presName="parTx" presStyleLbl="revTx" presStyleIdx="1" presStyleCnt="4">
        <dgm:presLayoutVars>
          <dgm:chMax val="0"/>
          <dgm:chPref val="0"/>
        </dgm:presLayoutVars>
      </dgm:prSet>
      <dgm:spPr/>
    </dgm:pt>
    <dgm:pt modelId="{789C8F89-754F-44DF-AE38-2262AF60D81E}" type="pres">
      <dgm:prSet presAssocID="{EFC85268-A58E-4119-9787-ABC23956D3FB}" presName="sibTrans" presStyleCnt="0"/>
      <dgm:spPr/>
    </dgm:pt>
    <dgm:pt modelId="{53F6BE60-9E6D-4079-B686-25D6A920C00E}" type="pres">
      <dgm:prSet presAssocID="{629A95C1-356D-430A-A82C-57EC3DEBAF6C}" presName="compNode" presStyleCnt="0"/>
      <dgm:spPr/>
    </dgm:pt>
    <dgm:pt modelId="{DDD830E3-732E-4AEC-8EB7-D673384045C2}" type="pres">
      <dgm:prSet presAssocID="{629A95C1-356D-430A-A82C-57EC3DEBAF6C}" presName="bgRect" presStyleLbl="bgShp" presStyleIdx="2" presStyleCnt="4"/>
      <dgm:spPr/>
    </dgm:pt>
    <dgm:pt modelId="{17426E1C-5FFF-4F50-8883-F3431C32580A}" type="pres">
      <dgm:prSet presAssocID="{629A95C1-356D-430A-A82C-57EC3DEBAF6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4ABFA17-AC16-49E3-8082-6ACAAF9EA85A}" type="pres">
      <dgm:prSet presAssocID="{629A95C1-356D-430A-A82C-57EC3DEBAF6C}" presName="spaceRect" presStyleCnt="0"/>
      <dgm:spPr/>
    </dgm:pt>
    <dgm:pt modelId="{7371934B-696E-4E81-81C7-B50F8307F1AC}" type="pres">
      <dgm:prSet presAssocID="{629A95C1-356D-430A-A82C-57EC3DEBAF6C}" presName="parTx" presStyleLbl="revTx" presStyleIdx="2" presStyleCnt="4">
        <dgm:presLayoutVars>
          <dgm:chMax val="0"/>
          <dgm:chPref val="0"/>
        </dgm:presLayoutVars>
      </dgm:prSet>
      <dgm:spPr/>
    </dgm:pt>
    <dgm:pt modelId="{3B012FAF-B3BC-455E-9609-2A846FA0F9FA}" type="pres">
      <dgm:prSet presAssocID="{21CA142D-3526-4AD3-A724-DDBFA7966996}" presName="sibTrans" presStyleCnt="0"/>
      <dgm:spPr/>
    </dgm:pt>
    <dgm:pt modelId="{BF365F19-99B0-4FDB-8A2B-1BD45DF44FF8}" type="pres">
      <dgm:prSet presAssocID="{6FF281E2-8BC7-4B00-ABE0-D06DACCD0DB9}" presName="compNode" presStyleCnt="0"/>
      <dgm:spPr/>
    </dgm:pt>
    <dgm:pt modelId="{8FE4CA4A-61B7-46CB-A4CE-6B399A6AB97E}" type="pres">
      <dgm:prSet presAssocID="{6FF281E2-8BC7-4B00-ABE0-D06DACCD0DB9}" presName="bgRect" presStyleLbl="bgShp" presStyleIdx="3" presStyleCnt="4"/>
      <dgm:spPr/>
    </dgm:pt>
    <dgm:pt modelId="{EEC2246B-39FB-4FC3-82CD-E3BA9833D7B1}" type="pres">
      <dgm:prSet presAssocID="{6FF281E2-8BC7-4B00-ABE0-D06DACCD0DB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20C1F75-D095-4F82-8EEC-B2F049FA6B43}" type="pres">
      <dgm:prSet presAssocID="{6FF281E2-8BC7-4B00-ABE0-D06DACCD0DB9}" presName="spaceRect" presStyleCnt="0"/>
      <dgm:spPr/>
    </dgm:pt>
    <dgm:pt modelId="{C463FEC6-CCBE-49B5-873D-B3DA125F8FA3}" type="pres">
      <dgm:prSet presAssocID="{6FF281E2-8BC7-4B00-ABE0-D06DACCD0DB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5E7923-DB1C-4626-809B-9C4DE79C2F8C}" srcId="{2F111F2A-BDAC-4AB7-AEAB-C79AE4499C93}" destId="{629A95C1-356D-430A-A82C-57EC3DEBAF6C}" srcOrd="2" destOrd="0" parTransId="{7FBBA69A-0752-4ABA-A2C7-0807A750AE18}" sibTransId="{21CA142D-3526-4AD3-A724-DDBFA7966996}"/>
    <dgm:cxn modelId="{38F36927-B0A3-4224-A2DD-109FE696273A}" srcId="{2F111F2A-BDAC-4AB7-AEAB-C79AE4499C93}" destId="{1C4859CA-4AB3-4FE7-891B-26974DE019F7}" srcOrd="1" destOrd="0" parTransId="{E31EF815-E4FA-4EA5-A8A0-7442137E1B55}" sibTransId="{EFC85268-A58E-4119-9787-ABC23956D3FB}"/>
    <dgm:cxn modelId="{F0FF5C39-CC3B-4BDD-999B-322F8BFA4191}" type="presOf" srcId="{1C4859CA-4AB3-4FE7-891B-26974DE019F7}" destId="{2518A1CD-560D-476D-A5D1-6CC5D3E91580}" srcOrd="0" destOrd="0" presId="urn:microsoft.com/office/officeart/2018/2/layout/IconVerticalSolidList"/>
    <dgm:cxn modelId="{2F5A7E3A-ABDB-4FCB-B5E1-F917874AD912}" type="presOf" srcId="{629A95C1-356D-430A-A82C-57EC3DEBAF6C}" destId="{7371934B-696E-4E81-81C7-B50F8307F1AC}" srcOrd="0" destOrd="0" presId="urn:microsoft.com/office/officeart/2018/2/layout/IconVerticalSolidList"/>
    <dgm:cxn modelId="{7FD18A40-E581-4BA1-97E4-75E31C9BF436}" srcId="{2F111F2A-BDAC-4AB7-AEAB-C79AE4499C93}" destId="{6FF281E2-8BC7-4B00-ABE0-D06DACCD0DB9}" srcOrd="3" destOrd="0" parTransId="{09346DE7-4BCE-4564-902E-6F686915FB97}" sibTransId="{9F675DBF-1ED5-4F40-B0E1-92CCABF3D4EC}"/>
    <dgm:cxn modelId="{8D2BCF81-D0AD-48ED-969E-2889A888B1A1}" type="presOf" srcId="{6FF281E2-8BC7-4B00-ABE0-D06DACCD0DB9}" destId="{C463FEC6-CCBE-49B5-873D-B3DA125F8FA3}" srcOrd="0" destOrd="0" presId="urn:microsoft.com/office/officeart/2018/2/layout/IconVerticalSolidList"/>
    <dgm:cxn modelId="{81C4489D-48DC-4CF8-8463-5B7A35432BE4}" srcId="{2F111F2A-BDAC-4AB7-AEAB-C79AE4499C93}" destId="{3DC89E08-34ED-4ADF-9F80-CBBF057AD72A}" srcOrd="0" destOrd="0" parTransId="{06A68EE1-7ADE-4FFC-8D72-9E7CC3DC29E4}" sibTransId="{C5B6E192-926F-44D4-A8FE-17068A4B5ECF}"/>
    <dgm:cxn modelId="{1A533EA1-4EE9-4FAA-BEFC-EFF40DB07B8F}" type="presOf" srcId="{2F111F2A-BDAC-4AB7-AEAB-C79AE4499C93}" destId="{FF5640DD-04CA-487C-B5C4-949A94C0C547}" srcOrd="0" destOrd="0" presId="urn:microsoft.com/office/officeart/2018/2/layout/IconVerticalSolidList"/>
    <dgm:cxn modelId="{6167F9C0-AF76-4619-8F58-3007C6230EC3}" type="presOf" srcId="{3DC89E08-34ED-4ADF-9F80-CBBF057AD72A}" destId="{C60FB647-B45D-48B2-BF72-284D94D15D30}" srcOrd="0" destOrd="0" presId="urn:microsoft.com/office/officeart/2018/2/layout/IconVerticalSolidList"/>
    <dgm:cxn modelId="{44AAD098-D5E5-45CB-B875-5F31119E0A3D}" type="presParOf" srcId="{FF5640DD-04CA-487C-B5C4-949A94C0C547}" destId="{17317205-ED4A-494A-AE22-09871239EE34}" srcOrd="0" destOrd="0" presId="urn:microsoft.com/office/officeart/2018/2/layout/IconVerticalSolidList"/>
    <dgm:cxn modelId="{C616499E-827B-42A6-BB4B-C0A6E867B520}" type="presParOf" srcId="{17317205-ED4A-494A-AE22-09871239EE34}" destId="{CF4729A4-059B-4C0F-9C94-351F4CDD9183}" srcOrd="0" destOrd="0" presId="urn:microsoft.com/office/officeart/2018/2/layout/IconVerticalSolidList"/>
    <dgm:cxn modelId="{2F5C58E3-8F46-4B34-8BBE-D14B9F142609}" type="presParOf" srcId="{17317205-ED4A-494A-AE22-09871239EE34}" destId="{E15E27F0-D99C-4793-80D7-8D3635CEF96F}" srcOrd="1" destOrd="0" presId="urn:microsoft.com/office/officeart/2018/2/layout/IconVerticalSolidList"/>
    <dgm:cxn modelId="{8B7CF72A-41E9-4076-9281-8DE42837CF4A}" type="presParOf" srcId="{17317205-ED4A-494A-AE22-09871239EE34}" destId="{494FFE4E-93AD-4F55-866D-5309AB68931C}" srcOrd="2" destOrd="0" presId="urn:microsoft.com/office/officeart/2018/2/layout/IconVerticalSolidList"/>
    <dgm:cxn modelId="{8D3646C6-ECA4-4FEC-A4DC-890C36D90D28}" type="presParOf" srcId="{17317205-ED4A-494A-AE22-09871239EE34}" destId="{C60FB647-B45D-48B2-BF72-284D94D15D30}" srcOrd="3" destOrd="0" presId="urn:microsoft.com/office/officeart/2018/2/layout/IconVerticalSolidList"/>
    <dgm:cxn modelId="{7751ADBF-3FFB-4CEA-BC8B-84A19426CFEB}" type="presParOf" srcId="{FF5640DD-04CA-487C-B5C4-949A94C0C547}" destId="{9A68E062-1843-4A3B-AF5E-C1227B883635}" srcOrd="1" destOrd="0" presId="urn:microsoft.com/office/officeart/2018/2/layout/IconVerticalSolidList"/>
    <dgm:cxn modelId="{646C9B08-CC4A-4D6E-840A-F89581BE5CD4}" type="presParOf" srcId="{FF5640DD-04CA-487C-B5C4-949A94C0C547}" destId="{B88477E6-0B8E-40C3-AE07-070195147B6F}" srcOrd="2" destOrd="0" presId="urn:microsoft.com/office/officeart/2018/2/layout/IconVerticalSolidList"/>
    <dgm:cxn modelId="{48D70386-63FD-4932-9CE4-AA1945E7D50C}" type="presParOf" srcId="{B88477E6-0B8E-40C3-AE07-070195147B6F}" destId="{73675411-E44F-4994-B4E9-94678D9B0E85}" srcOrd="0" destOrd="0" presId="urn:microsoft.com/office/officeart/2018/2/layout/IconVerticalSolidList"/>
    <dgm:cxn modelId="{9C970A29-21B6-4F07-A0C8-6880F650C246}" type="presParOf" srcId="{B88477E6-0B8E-40C3-AE07-070195147B6F}" destId="{4D2691A9-3444-41C1-849D-FD0D84E6CE0D}" srcOrd="1" destOrd="0" presId="urn:microsoft.com/office/officeart/2018/2/layout/IconVerticalSolidList"/>
    <dgm:cxn modelId="{FE226751-CAD1-4CC7-9341-2D6FE71A602F}" type="presParOf" srcId="{B88477E6-0B8E-40C3-AE07-070195147B6F}" destId="{4AD7C2A2-A02E-4C87-8744-EDBED0C77E4E}" srcOrd="2" destOrd="0" presId="urn:microsoft.com/office/officeart/2018/2/layout/IconVerticalSolidList"/>
    <dgm:cxn modelId="{EDED7CCD-EE64-4914-A8E3-428B5DCFF804}" type="presParOf" srcId="{B88477E6-0B8E-40C3-AE07-070195147B6F}" destId="{2518A1CD-560D-476D-A5D1-6CC5D3E91580}" srcOrd="3" destOrd="0" presId="urn:microsoft.com/office/officeart/2018/2/layout/IconVerticalSolidList"/>
    <dgm:cxn modelId="{AEC2D1A9-FC9D-47CF-ACA7-20E88CC44E3C}" type="presParOf" srcId="{FF5640DD-04CA-487C-B5C4-949A94C0C547}" destId="{789C8F89-754F-44DF-AE38-2262AF60D81E}" srcOrd="3" destOrd="0" presId="urn:microsoft.com/office/officeart/2018/2/layout/IconVerticalSolidList"/>
    <dgm:cxn modelId="{C9961FE7-AA9A-4D71-B226-7A59937E1579}" type="presParOf" srcId="{FF5640DD-04CA-487C-B5C4-949A94C0C547}" destId="{53F6BE60-9E6D-4079-B686-25D6A920C00E}" srcOrd="4" destOrd="0" presId="urn:microsoft.com/office/officeart/2018/2/layout/IconVerticalSolidList"/>
    <dgm:cxn modelId="{191A833C-5F8F-4061-9A6D-1E435D0AEEB7}" type="presParOf" srcId="{53F6BE60-9E6D-4079-B686-25D6A920C00E}" destId="{DDD830E3-732E-4AEC-8EB7-D673384045C2}" srcOrd="0" destOrd="0" presId="urn:microsoft.com/office/officeart/2018/2/layout/IconVerticalSolidList"/>
    <dgm:cxn modelId="{D4EDB4D9-CA84-4B0C-B567-AED347A09C92}" type="presParOf" srcId="{53F6BE60-9E6D-4079-B686-25D6A920C00E}" destId="{17426E1C-5FFF-4F50-8883-F3431C32580A}" srcOrd="1" destOrd="0" presId="urn:microsoft.com/office/officeart/2018/2/layout/IconVerticalSolidList"/>
    <dgm:cxn modelId="{3855CFB2-0A5D-40C9-BBF3-93C1C6ADFA04}" type="presParOf" srcId="{53F6BE60-9E6D-4079-B686-25D6A920C00E}" destId="{84ABFA17-AC16-49E3-8082-6ACAAF9EA85A}" srcOrd="2" destOrd="0" presId="urn:microsoft.com/office/officeart/2018/2/layout/IconVerticalSolidList"/>
    <dgm:cxn modelId="{FE44405A-13D4-4A62-9E31-5644FBB4490D}" type="presParOf" srcId="{53F6BE60-9E6D-4079-B686-25D6A920C00E}" destId="{7371934B-696E-4E81-81C7-B50F8307F1AC}" srcOrd="3" destOrd="0" presId="urn:microsoft.com/office/officeart/2018/2/layout/IconVerticalSolidList"/>
    <dgm:cxn modelId="{107FBAC2-A90D-4B78-AAB9-AE6748EC740C}" type="presParOf" srcId="{FF5640DD-04CA-487C-B5C4-949A94C0C547}" destId="{3B012FAF-B3BC-455E-9609-2A846FA0F9FA}" srcOrd="5" destOrd="0" presId="urn:microsoft.com/office/officeart/2018/2/layout/IconVerticalSolidList"/>
    <dgm:cxn modelId="{D49DAEB8-7B7E-4F5A-8D9B-E38EDF454E33}" type="presParOf" srcId="{FF5640DD-04CA-487C-B5C4-949A94C0C547}" destId="{BF365F19-99B0-4FDB-8A2B-1BD45DF44FF8}" srcOrd="6" destOrd="0" presId="urn:microsoft.com/office/officeart/2018/2/layout/IconVerticalSolidList"/>
    <dgm:cxn modelId="{C0EA516D-8B67-4236-B5DD-0D01EAF21ADC}" type="presParOf" srcId="{BF365F19-99B0-4FDB-8A2B-1BD45DF44FF8}" destId="{8FE4CA4A-61B7-46CB-A4CE-6B399A6AB97E}" srcOrd="0" destOrd="0" presId="urn:microsoft.com/office/officeart/2018/2/layout/IconVerticalSolidList"/>
    <dgm:cxn modelId="{4EC39C78-982A-4FA9-AE62-F974569DB21F}" type="presParOf" srcId="{BF365F19-99B0-4FDB-8A2B-1BD45DF44FF8}" destId="{EEC2246B-39FB-4FC3-82CD-E3BA9833D7B1}" srcOrd="1" destOrd="0" presId="urn:microsoft.com/office/officeart/2018/2/layout/IconVerticalSolidList"/>
    <dgm:cxn modelId="{2A552842-27F8-4FB3-8D3D-5C04583A22F7}" type="presParOf" srcId="{BF365F19-99B0-4FDB-8A2B-1BD45DF44FF8}" destId="{D20C1F75-D095-4F82-8EEC-B2F049FA6B43}" srcOrd="2" destOrd="0" presId="urn:microsoft.com/office/officeart/2018/2/layout/IconVerticalSolidList"/>
    <dgm:cxn modelId="{DA68A4CC-583B-4FF1-892E-E43EFDBF9885}" type="presParOf" srcId="{BF365F19-99B0-4FDB-8A2B-1BD45DF44FF8}" destId="{C463FEC6-CCBE-49B5-873D-B3DA125F8F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3E2D26-80AC-44B9-9ECC-AF722C9898B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12F3B75-FCC3-4CE6-8165-B7AAE798E079}">
      <dgm:prSet/>
      <dgm:spPr/>
      <dgm:t>
        <a:bodyPr/>
        <a:lstStyle/>
        <a:p>
          <a:r>
            <a:rPr lang="en-US"/>
            <a:t>Successful AWS Deployment</a:t>
          </a:r>
        </a:p>
      </dgm:t>
    </dgm:pt>
    <dgm:pt modelId="{7FE9630E-FF8E-4485-AC13-8C3C82A9ABA5}" type="parTrans" cxnId="{843B5C46-9902-48F5-9775-C527DDA2364F}">
      <dgm:prSet/>
      <dgm:spPr/>
      <dgm:t>
        <a:bodyPr/>
        <a:lstStyle/>
        <a:p>
          <a:endParaRPr lang="en-US"/>
        </a:p>
      </dgm:t>
    </dgm:pt>
    <dgm:pt modelId="{E4845DA9-2457-4B3F-B8B1-6C83096E7482}" type="sibTrans" cxnId="{843B5C46-9902-48F5-9775-C527DDA2364F}">
      <dgm:prSet/>
      <dgm:spPr/>
      <dgm:t>
        <a:bodyPr/>
        <a:lstStyle/>
        <a:p>
          <a:endParaRPr lang="en-US"/>
        </a:p>
      </dgm:t>
    </dgm:pt>
    <dgm:pt modelId="{8D730F6D-C24D-464B-94D5-66D862EDBF29}">
      <dgm:prSet/>
      <dgm:spPr/>
      <dgm:t>
        <a:bodyPr/>
        <a:lstStyle/>
        <a:p>
          <a:r>
            <a:rPr lang="en-US"/>
            <a:t>Reliable Cloud Architecture</a:t>
          </a:r>
        </a:p>
      </dgm:t>
    </dgm:pt>
    <dgm:pt modelId="{C7489519-AE95-44B6-BA49-74D3C476468D}" type="parTrans" cxnId="{45B2CDA4-33AF-4332-A867-D2E00635B735}">
      <dgm:prSet/>
      <dgm:spPr/>
      <dgm:t>
        <a:bodyPr/>
        <a:lstStyle/>
        <a:p>
          <a:endParaRPr lang="en-US"/>
        </a:p>
      </dgm:t>
    </dgm:pt>
    <dgm:pt modelId="{CACFBEE0-B198-4F59-ADDE-84DCE33877C2}" type="sibTrans" cxnId="{45B2CDA4-33AF-4332-A867-D2E00635B735}">
      <dgm:prSet/>
      <dgm:spPr/>
      <dgm:t>
        <a:bodyPr/>
        <a:lstStyle/>
        <a:p>
          <a:endParaRPr lang="en-US"/>
        </a:p>
      </dgm:t>
    </dgm:pt>
    <dgm:pt modelId="{2DDF352A-297F-4F40-AFFD-9870A1F8ABB6}">
      <dgm:prSet/>
      <dgm:spPr/>
      <dgm:t>
        <a:bodyPr/>
        <a:lstStyle/>
        <a:p>
          <a:r>
            <a:rPr lang="en-US"/>
            <a:t>IEEE Design Principles Followed</a:t>
          </a:r>
        </a:p>
      </dgm:t>
    </dgm:pt>
    <dgm:pt modelId="{34B4D2E1-F5B0-4D02-BC67-9A86134E1BC9}" type="parTrans" cxnId="{EA6C553C-D889-4DFA-8B0E-C2F9DF830DD1}">
      <dgm:prSet/>
      <dgm:spPr/>
      <dgm:t>
        <a:bodyPr/>
        <a:lstStyle/>
        <a:p>
          <a:endParaRPr lang="en-US"/>
        </a:p>
      </dgm:t>
    </dgm:pt>
    <dgm:pt modelId="{218B0856-0CD1-4D99-B2E4-D697549B118A}" type="sibTrans" cxnId="{EA6C553C-D889-4DFA-8B0E-C2F9DF830DD1}">
      <dgm:prSet/>
      <dgm:spPr/>
      <dgm:t>
        <a:bodyPr/>
        <a:lstStyle/>
        <a:p>
          <a:endParaRPr lang="en-US"/>
        </a:p>
      </dgm:t>
    </dgm:pt>
    <dgm:pt modelId="{8F177CFF-55EF-417F-A477-799A9BBD8703}">
      <dgm:prSet/>
      <dgm:spPr/>
      <dgm:t>
        <a:bodyPr/>
        <a:lstStyle/>
        <a:p>
          <a:r>
            <a:rPr lang="en-US"/>
            <a:t>Future Work:</a:t>
          </a:r>
        </a:p>
      </dgm:t>
    </dgm:pt>
    <dgm:pt modelId="{8021BA2B-CB21-4037-977D-A532AF4B9C2D}" type="parTrans" cxnId="{488C357A-20CB-4117-8CA2-0F788EBAE166}">
      <dgm:prSet/>
      <dgm:spPr/>
      <dgm:t>
        <a:bodyPr/>
        <a:lstStyle/>
        <a:p>
          <a:endParaRPr lang="en-US"/>
        </a:p>
      </dgm:t>
    </dgm:pt>
    <dgm:pt modelId="{A9FAD1EA-3ABC-4EBB-A034-B8E8AF0C0FC8}" type="sibTrans" cxnId="{488C357A-20CB-4117-8CA2-0F788EBAE166}">
      <dgm:prSet/>
      <dgm:spPr/>
      <dgm:t>
        <a:bodyPr/>
        <a:lstStyle/>
        <a:p>
          <a:endParaRPr lang="en-US"/>
        </a:p>
      </dgm:t>
    </dgm:pt>
    <dgm:pt modelId="{95833B3D-5EAC-4528-AFF7-4727AE5E9717}">
      <dgm:prSet/>
      <dgm:spPr/>
      <dgm:t>
        <a:bodyPr/>
        <a:lstStyle/>
        <a:p>
          <a:r>
            <a:rPr lang="en-US"/>
            <a:t>HTTPS, CI/CD, Amazon RDS</a:t>
          </a:r>
        </a:p>
      </dgm:t>
    </dgm:pt>
    <dgm:pt modelId="{8F8DDA59-1651-4F3D-9617-45DD282F04E8}" type="parTrans" cxnId="{DC5598DC-2D72-413A-B9AE-FC02DC4FC242}">
      <dgm:prSet/>
      <dgm:spPr/>
      <dgm:t>
        <a:bodyPr/>
        <a:lstStyle/>
        <a:p>
          <a:endParaRPr lang="en-US"/>
        </a:p>
      </dgm:t>
    </dgm:pt>
    <dgm:pt modelId="{6892C2CD-D5F1-4B72-94B8-BC837F9DA6D8}" type="sibTrans" cxnId="{DC5598DC-2D72-413A-B9AE-FC02DC4FC242}">
      <dgm:prSet/>
      <dgm:spPr/>
      <dgm:t>
        <a:bodyPr/>
        <a:lstStyle/>
        <a:p>
          <a:endParaRPr lang="en-US"/>
        </a:p>
      </dgm:t>
    </dgm:pt>
    <dgm:pt modelId="{3C605641-F470-4647-A5A3-8C75DE2A00C2}" type="pres">
      <dgm:prSet presAssocID="{CC3E2D26-80AC-44B9-9ECC-AF722C9898BE}" presName="linear" presStyleCnt="0">
        <dgm:presLayoutVars>
          <dgm:animLvl val="lvl"/>
          <dgm:resizeHandles val="exact"/>
        </dgm:presLayoutVars>
      </dgm:prSet>
      <dgm:spPr/>
    </dgm:pt>
    <dgm:pt modelId="{4497398D-8500-42FA-9B10-7A60BF9E2821}" type="pres">
      <dgm:prSet presAssocID="{212F3B75-FCC3-4CE6-8165-B7AAE798E07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7C6CC5-B2A3-4435-8DF0-C5D18086A584}" type="pres">
      <dgm:prSet presAssocID="{E4845DA9-2457-4B3F-B8B1-6C83096E7482}" presName="spacer" presStyleCnt="0"/>
      <dgm:spPr/>
    </dgm:pt>
    <dgm:pt modelId="{45711F65-0CCD-4136-BFA2-C0DB371F1E53}" type="pres">
      <dgm:prSet presAssocID="{8D730F6D-C24D-464B-94D5-66D862EDBF2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0A01ACA-88DF-4AD1-9F9D-20C950B03DB1}" type="pres">
      <dgm:prSet presAssocID="{CACFBEE0-B198-4F59-ADDE-84DCE33877C2}" presName="spacer" presStyleCnt="0"/>
      <dgm:spPr/>
    </dgm:pt>
    <dgm:pt modelId="{D03F7A31-3985-4BF9-A597-6B66A8287D8F}" type="pres">
      <dgm:prSet presAssocID="{2DDF352A-297F-4F40-AFFD-9870A1F8ABB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4D44B1C-D9B6-4793-9340-07D3232C628B}" type="pres">
      <dgm:prSet presAssocID="{218B0856-0CD1-4D99-B2E4-D697549B118A}" presName="spacer" presStyleCnt="0"/>
      <dgm:spPr/>
    </dgm:pt>
    <dgm:pt modelId="{4F9319F5-078C-4818-9F09-82FFA31BE983}" type="pres">
      <dgm:prSet presAssocID="{8F177CFF-55EF-417F-A477-799A9BBD870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7952A67-1DB3-41F0-8BFB-1E25D313975B}" type="pres">
      <dgm:prSet presAssocID="{A9FAD1EA-3ABC-4EBB-A034-B8E8AF0C0FC8}" presName="spacer" presStyleCnt="0"/>
      <dgm:spPr/>
    </dgm:pt>
    <dgm:pt modelId="{91B4A5B6-76A2-4FC4-AB2A-3BA5A9208620}" type="pres">
      <dgm:prSet presAssocID="{95833B3D-5EAC-4528-AFF7-4727AE5E971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55B4916-754B-4AF2-9325-29CAA97BA414}" type="presOf" srcId="{95833B3D-5EAC-4528-AFF7-4727AE5E9717}" destId="{91B4A5B6-76A2-4FC4-AB2A-3BA5A9208620}" srcOrd="0" destOrd="0" presId="urn:microsoft.com/office/officeart/2005/8/layout/vList2"/>
    <dgm:cxn modelId="{EA6C553C-D889-4DFA-8B0E-C2F9DF830DD1}" srcId="{CC3E2D26-80AC-44B9-9ECC-AF722C9898BE}" destId="{2DDF352A-297F-4F40-AFFD-9870A1F8ABB6}" srcOrd="2" destOrd="0" parTransId="{34B4D2E1-F5B0-4D02-BC67-9A86134E1BC9}" sibTransId="{218B0856-0CD1-4D99-B2E4-D697549B118A}"/>
    <dgm:cxn modelId="{843B5C46-9902-48F5-9775-C527DDA2364F}" srcId="{CC3E2D26-80AC-44B9-9ECC-AF722C9898BE}" destId="{212F3B75-FCC3-4CE6-8165-B7AAE798E079}" srcOrd="0" destOrd="0" parTransId="{7FE9630E-FF8E-4485-AC13-8C3C82A9ABA5}" sibTransId="{E4845DA9-2457-4B3F-B8B1-6C83096E7482}"/>
    <dgm:cxn modelId="{6F70F049-6164-44A7-9BC1-9949D372BECC}" type="presOf" srcId="{212F3B75-FCC3-4CE6-8165-B7AAE798E079}" destId="{4497398D-8500-42FA-9B10-7A60BF9E2821}" srcOrd="0" destOrd="0" presId="urn:microsoft.com/office/officeart/2005/8/layout/vList2"/>
    <dgm:cxn modelId="{AF8AC457-FF9F-44F4-99DC-1E5F3F6A463C}" type="presOf" srcId="{8F177CFF-55EF-417F-A477-799A9BBD8703}" destId="{4F9319F5-078C-4818-9F09-82FFA31BE983}" srcOrd="0" destOrd="0" presId="urn:microsoft.com/office/officeart/2005/8/layout/vList2"/>
    <dgm:cxn modelId="{488C357A-20CB-4117-8CA2-0F788EBAE166}" srcId="{CC3E2D26-80AC-44B9-9ECC-AF722C9898BE}" destId="{8F177CFF-55EF-417F-A477-799A9BBD8703}" srcOrd="3" destOrd="0" parTransId="{8021BA2B-CB21-4037-977D-A532AF4B9C2D}" sibTransId="{A9FAD1EA-3ABC-4EBB-A034-B8E8AF0C0FC8}"/>
    <dgm:cxn modelId="{E6AD348F-4B6B-4925-945C-770B116B2C76}" type="presOf" srcId="{CC3E2D26-80AC-44B9-9ECC-AF722C9898BE}" destId="{3C605641-F470-4647-A5A3-8C75DE2A00C2}" srcOrd="0" destOrd="0" presId="urn:microsoft.com/office/officeart/2005/8/layout/vList2"/>
    <dgm:cxn modelId="{E7CC6592-A352-471B-90A0-1598B566DF93}" type="presOf" srcId="{2DDF352A-297F-4F40-AFFD-9870A1F8ABB6}" destId="{D03F7A31-3985-4BF9-A597-6B66A8287D8F}" srcOrd="0" destOrd="0" presId="urn:microsoft.com/office/officeart/2005/8/layout/vList2"/>
    <dgm:cxn modelId="{45B2CDA4-33AF-4332-A867-D2E00635B735}" srcId="{CC3E2D26-80AC-44B9-9ECC-AF722C9898BE}" destId="{8D730F6D-C24D-464B-94D5-66D862EDBF29}" srcOrd="1" destOrd="0" parTransId="{C7489519-AE95-44B6-BA49-74D3C476468D}" sibTransId="{CACFBEE0-B198-4F59-ADDE-84DCE33877C2}"/>
    <dgm:cxn modelId="{DC5598DC-2D72-413A-B9AE-FC02DC4FC242}" srcId="{CC3E2D26-80AC-44B9-9ECC-AF722C9898BE}" destId="{95833B3D-5EAC-4528-AFF7-4727AE5E9717}" srcOrd="4" destOrd="0" parTransId="{8F8DDA59-1651-4F3D-9617-45DD282F04E8}" sibTransId="{6892C2CD-D5F1-4B72-94B8-BC837F9DA6D8}"/>
    <dgm:cxn modelId="{25B475E7-753C-4BAF-B92C-2025D43BDF01}" type="presOf" srcId="{8D730F6D-C24D-464B-94D5-66D862EDBF29}" destId="{45711F65-0CCD-4136-BFA2-C0DB371F1E53}" srcOrd="0" destOrd="0" presId="urn:microsoft.com/office/officeart/2005/8/layout/vList2"/>
    <dgm:cxn modelId="{52D21FCF-C8B2-4E71-B1AB-A0AC1662C9C3}" type="presParOf" srcId="{3C605641-F470-4647-A5A3-8C75DE2A00C2}" destId="{4497398D-8500-42FA-9B10-7A60BF9E2821}" srcOrd="0" destOrd="0" presId="urn:microsoft.com/office/officeart/2005/8/layout/vList2"/>
    <dgm:cxn modelId="{8831F5B0-E567-4EB5-B52D-1FBC91464CA3}" type="presParOf" srcId="{3C605641-F470-4647-A5A3-8C75DE2A00C2}" destId="{017C6CC5-B2A3-4435-8DF0-C5D18086A584}" srcOrd="1" destOrd="0" presId="urn:microsoft.com/office/officeart/2005/8/layout/vList2"/>
    <dgm:cxn modelId="{EFCA8B31-C273-468A-8194-F724B012375F}" type="presParOf" srcId="{3C605641-F470-4647-A5A3-8C75DE2A00C2}" destId="{45711F65-0CCD-4136-BFA2-C0DB371F1E53}" srcOrd="2" destOrd="0" presId="urn:microsoft.com/office/officeart/2005/8/layout/vList2"/>
    <dgm:cxn modelId="{8E2AC19B-9494-42FD-8B2C-40E17190C22A}" type="presParOf" srcId="{3C605641-F470-4647-A5A3-8C75DE2A00C2}" destId="{70A01ACA-88DF-4AD1-9F9D-20C950B03DB1}" srcOrd="3" destOrd="0" presId="urn:microsoft.com/office/officeart/2005/8/layout/vList2"/>
    <dgm:cxn modelId="{3F3308D3-A7BF-45BE-844A-A2C307F78881}" type="presParOf" srcId="{3C605641-F470-4647-A5A3-8C75DE2A00C2}" destId="{D03F7A31-3985-4BF9-A597-6B66A8287D8F}" srcOrd="4" destOrd="0" presId="urn:microsoft.com/office/officeart/2005/8/layout/vList2"/>
    <dgm:cxn modelId="{632ECF03-092A-4A5C-A30E-F9CE0FEB3295}" type="presParOf" srcId="{3C605641-F470-4647-A5A3-8C75DE2A00C2}" destId="{C4D44B1C-D9B6-4793-9340-07D3232C628B}" srcOrd="5" destOrd="0" presId="urn:microsoft.com/office/officeart/2005/8/layout/vList2"/>
    <dgm:cxn modelId="{75AA0956-0C16-42F6-90BF-9B827FADAF00}" type="presParOf" srcId="{3C605641-F470-4647-A5A3-8C75DE2A00C2}" destId="{4F9319F5-078C-4818-9F09-82FFA31BE983}" srcOrd="6" destOrd="0" presId="urn:microsoft.com/office/officeart/2005/8/layout/vList2"/>
    <dgm:cxn modelId="{7DE1F680-675C-4B6A-BA2E-7390D68888BD}" type="presParOf" srcId="{3C605641-F470-4647-A5A3-8C75DE2A00C2}" destId="{57952A67-1DB3-41F0-8BFB-1E25D313975B}" srcOrd="7" destOrd="0" presId="urn:microsoft.com/office/officeart/2005/8/layout/vList2"/>
    <dgm:cxn modelId="{8800F393-01DA-4D0F-915F-8EC7EB882330}" type="presParOf" srcId="{3C605641-F470-4647-A5A3-8C75DE2A00C2}" destId="{91B4A5B6-76A2-4FC4-AB2A-3BA5A920862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1857E9-D079-4D6C-BCB6-3CCA0C5D9CA1}">
      <dsp:nvSpPr>
        <dsp:cNvPr id="0" name=""/>
        <dsp:cNvSpPr/>
      </dsp:nvSpPr>
      <dsp:spPr>
        <a:xfrm>
          <a:off x="0" y="190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B34D9-5B2B-440E-9B21-8EA94F6C4353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56A5E-8126-4D6D-8198-50179FB10B09}">
      <dsp:nvSpPr>
        <dsp:cNvPr id="0" name=""/>
        <dsp:cNvSpPr/>
      </dsp:nvSpPr>
      <dsp:spPr>
        <a:xfrm>
          <a:off x="935949" y="190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Amazon S3 – Frontend Hosting</a:t>
          </a:r>
        </a:p>
      </dsp:txBody>
      <dsp:txXfrm>
        <a:off x="935949" y="1901"/>
        <a:ext cx="3790251" cy="810345"/>
      </dsp:txXfrm>
    </dsp:sp>
    <dsp:sp modelId="{0E4CFC67-73F8-4944-BFA7-7E66E5428F38}">
      <dsp:nvSpPr>
        <dsp:cNvPr id="0" name=""/>
        <dsp:cNvSpPr/>
      </dsp:nvSpPr>
      <dsp:spPr>
        <a:xfrm>
          <a:off x="0" y="1014833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C5EF1C-FCB8-430C-8241-861FDD437FDF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C5F9C-111E-43F1-9047-BDF49FE6CD43}">
      <dsp:nvSpPr>
        <dsp:cNvPr id="0" name=""/>
        <dsp:cNvSpPr/>
      </dsp:nvSpPr>
      <dsp:spPr>
        <a:xfrm>
          <a:off x="935949" y="1014833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Amazon EC2 – Backend API</a:t>
          </a:r>
        </a:p>
      </dsp:txBody>
      <dsp:txXfrm>
        <a:off x="935949" y="1014833"/>
        <a:ext cx="3790251" cy="810345"/>
      </dsp:txXfrm>
    </dsp:sp>
    <dsp:sp modelId="{C4296DE9-CE2D-43A3-8EC7-19FAC444FA8D}">
      <dsp:nvSpPr>
        <dsp:cNvPr id="0" name=""/>
        <dsp:cNvSpPr/>
      </dsp:nvSpPr>
      <dsp:spPr>
        <a:xfrm>
          <a:off x="0" y="2027765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16701-2D0E-4FCB-B079-F53B32FEAE7D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B67D7-B5C9-4627-99EC-EAAD59CFADF8}">
      <dsp:nvSpPr>
        <dsp:cNvPr id="0" name=""/>
        <dsp:cNvSpPr/>
      </dsp:nvSpPr>
      <dsp:spPr>
        <a:xfrm>
          <a:off x="935949" y="2027765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Elastic IP – Public Access</a:t>
          </a:r>
        </a:p>
      </dsp:txBody>
      <dsp:txXfrm>
        <a:off x="935949" y="2027765"/>
        <a:ext cx="3790251" cy="810345"/>
      </dsp:txXfrm>
    </dsp:sp>
    <dsp:sp modelId="{9ABD1B26-FEEE-4F12-81FC-C4A0BF14E675}">
      <dsp:nvSpPr>
        <dsp:cNvPr id="0" name=""/>
        <dsp:cNvSpPr/>
      </dsp:nvSpPr>
      <dsp:spPr>
        <a:xfrm>
          <a:off x="0" y="3040697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09977-382E-4CEE-9E51-AC36B4EA89D4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0203AE-1913-4ED1-BFD9-DFA1FD40621A}">
      <dsp:nvSpPr>
        <dsp:cNvPr id="0" name=""/>
        <dsp:cNvSpPr/>
      </dsp:nvSpPr>
      <dsp:spPr>
        <a:xfrm>
          <a:off x="935949" y="3040697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 Groups – Network Firewall</a:t>
          </a:r>
        </a:p>
      </dsp:txBody>
      <dsp:txXfrm>
        <a:off x="935949" y="3040697"/>
        <a:ext cx="3790251" cy="810345"/>
      </dsp:txXfrm>
    </dsp:sp>
    <dsp:sp modelId="{65A24808-5CA8-4FFA-A05D-7DE0E2FA2915}">
      <dsp:nvSpPr>
        <dsp:cNvPr id="0" name=""/>
        <dsp:cNvSpPr/>
      </dsp:nvSpPr>
      <dsp:spPr>
        <a:xfrm>
          <a:off x="0" y="4053629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9E5EE-2B81-4A70-9C14-E40547097DCA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776DD-5E76-4F15-AD17-A2BCFE341940}">
      <dsp:nvSpPr>
        <dsp:cNvPr id="0" name=""/>
        <dsp:cNvSpPr/>
      </dsp:nvSpPr>
      <dsp:spPr>
        <a:xfrm>
          <a:off x="935949" y="4053629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Design Principles:</a:t>
          </a:r>
        </a:p>
      </dsp:txBody>
      <dsp:txXfrm>
        <a:off x="935949" y="4053629"/>
        <a:ext cx="3790251" cy="810345"/>
      </dsp:txXfrm>
    </dsp:sp>
    <dsp:sp modelId="{B6828A67-E9AB-429E-BC31-8E5213731D51}">
      <dsp:nvSpPr>
        <dsp:cNvPr id="0" name=""/>
        <dsp:cNvSpPr/>
      </dsp:nvSpPr>
      <dsp:spPr>
        <a:xfrm>
          <a:off x="0" y="506656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FFB6D-C7D9-470D-8F8C-C4C5A13F1F4B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3EE47-D609-4095-BA52-9E3B77606D52}">
      <dsp:nvSpPr>
        <dsp:cNvPr id="0" name=""/>
        <dsp:cNvSpPr/>
      </dsp:nvSpPr>
      <dsp:spPr>
        <a:xfrm>
          <a:off x="935949" y="506656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Modularity, Scalability, Separation of Concerns</a:t>
          </a:r>
        </a:p>
      </dsp:txBody>
      <dsp:txXfrm>
        <a:off x="935949" y="5066561"/>
        <a:ext cx="3790251" cy="810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02E406-7121-40BD-9911-D1E30C3F3504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9BCD9-EE5E-4B90-A2EC-0E29DD6D2298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React Build using npm</a:t>
          </a:r>
        </a:p>
      </dsp:txBody>
      <dsp:txXfrm>
        <a:off x="0" y="717"/>
        <a:ext cx="4726201" cy="1175474"/>
      </dsp:txXfrm>
    </dsp:sp>
    <dsp:sp modelId="{BD092162-2154-400E-B80F-352021E0F2C6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47B80-86AC-483D-845A-9A2A0AD29117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Static files hosted on Amazon S3</a:t>
          </a:r>
        </a:p>
      </dsp:txBody>
      <dsp:txXfrm>
        <a:off x="0" y="1176192"/>
        <a:ext cx="4726201" cy="1175474"/>
      </dsp:txXfrm>
    </dsp:sp>
    <dsp:sp modelId="{68764D73-E3E3-4C53-8228-1F4A1DE4D223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8036B-040E-4C76-A0E6-DD20C21EDFAB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Public access enabled</a:t>
          </a:r>
        </a:p>
      </dsp:txBody>
      <dsp:txXfrm>
        <a:off x="0" y="2351667"/>
        <a:ext cx="4726201" cy="1175474"/>
      </dsp:txXfrm>
    </dsp:sp>
    <dsp:sp modelId="{5814D1C1-7660-4A30-83FE-0D49A1881EFF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CCBB3-FD01-4D59-8557-79441CB2804C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Benefits:</a:t>
          </a:r>
        </a:p>
      </dsp:txBody>
      <dsp:txXfrm>
        <a:off x="0" y="3527141"/>
        <a:ext cx="4726201" cy="1175474"/>
      </dsp:txXfrm>
    </dsp:sp>
    <dsp:sp modelId="{694A02B0-8961-41FC-9AFB-1B6A5B5ED292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8EAA1-F411-40D2-9A96-270A8DB97D89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Low Cost, High Availability, Fast Access</a:t>
          </a:r>
        </a:p>
      </dsp:txBody>
      <dsp:txXfrm>
        <a:off x="0" y="4702616"/>
        <a:ext cx="4726201" cy="1175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4729A4-059B-4C0F-9C94-351F4CDD9183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E27F0-D99C-4793-80D7-8D3635CEF96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FB647-B45D-48B2-BF72-284D94D15D30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NestJS on Ubuntu EC2</a:t>
          </a:r>
        </a:p>
      </dsp:txBody>
      <dsp:txXfrm>
        <a:off x="1428292" y="2439"/>
        <a:ext cx="3297908" cy="1236616"/>
      </dsp:txXfrm>
    </dsp:sp>
    <dsp:sp modelId="{73675411-E44F-4994-B4E9-94678D9B0E85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691A9-3444-41C1-849D-FD0D84E6CE0D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8A1CD-560D-476D-A5D1-6CC5D3E91580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PM2 for process management</a:t>
          </a:r>
        </a:p>
      </dsp:txBody>
      <dsp:txXfrm>
        <a:off x="1428292" y="1548210"/>
        <a:ext cx="3297908" cy="1236616"/>
      </dsp:txXfrm>
    </dsp:sp>
    <dsp:sp modelId="{DDD830E3-732E-4AEC-8EB7-D673384045C2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26E1C-5FFF-4F50-8883-F3431C32580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1934B-696E-4E81-81C7-B50F8307F1AC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Elastic IP for stable access</a:t>
          </a:r>
        </a:p>
      </dsp:txBody>
      <dsp:txXfrm>
        <a:off x="1428292" y="3093981"/>
        <a:ext cx="3297908" cy="1236616"/>
      </dsp:txXfrm>
    </dsp:sp>
    <dsp:sp modelId="{8FE4CA4A-61B7-46CB-A4CE-6B399A6AB97E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2246B-39FB-4FC3-82CD-E3BA9833D7B1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3FEC6-CCBE-49B5-873D-B3DA125F8FA3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Security Groups allow API traffic</a:t>
          </a:r>
        </a:p>
      </dsp:txBody>
      <dsp:txXfrm>
        <a:off x="1428292" y="4639752"/>
        <a:ext cx="329790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7398D-8500-42FA-9B10-7A60BF9E2821}">
      <dsp:nvSpPr>
        <dsp:cNvPr id="0" name=""/>
        <dsp:cNvSpPr/>
      </dsp:nvSpPr>
      <dsp:spPr>
        <a:xfrm>
          <a:off x="0" y="37705"/>
          <a:ext cx="4204051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Successful AWS Deployment</a:t>
          </a:r>
        </a:p>
      </dsp:txBody>
      <dsp:txXfrm>
        <a:off x="50420" y="88125"/>
        <a:ext cx="4103211" cy="932014"/>
      </dsp:txXfrm>
    </dsp:sp>
    <dsp:sp modelId="{45711F65-0CCD-4136-BFA2-C0DB371F1E53}">
      <dsp:nvSpPr>
        <dsp:cNvPr id="0" name=""/>
        <dsp:cNvSpPr/>
      </dsp:nvSpPr>
      <dsp:spPr>
        <a:xfrm>
          <a:off x="0" y="1145439"/>
          <a:ext cx="4204051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Reliable Cloud Architecture</a:t>
          </a:r>
        </a:p>
      </dsp:txBody>
      <dsp:txXfrm>
        <a:off x="50420" y="1195859"/>
        <a:ext cx="4103211" cy="932014"/>
      </dsp:txXfrm>
    </dsp:sp>
    <dsp:sp modelId="{D03F7A31-3985-4BF9-A597-6B66A8287D8F}">
      <dsp:nvSpPr>
        <dsp:cNvPr id="0" name=""/>
        <dsp:cNvSpPr/>
      </dsp:nvSpPr>
      <dsp:spPr>
        <a:xfrm>
          <a:off x="0" y="2253173"/>
          <a:ext cx="4204051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IEEE Design Principles Followed</a:t>
          </a:r>
        </a:p>
      </dsp:txBody>
      <dsp:txXfrm>
        <a:off x="50420" y="2303593"/>
        <a:ext cx="4103211" cy="932014"/>
      </dsp:txXfrm>
    </dsp:sp>
    <dsp:sp modelId="{4F9319F5-078C-4818-9F09-82FFA31BE983}">
      <dsp:nvSpPr>
        <dsp:cNvPr id="0" name=""/>
        <dsp:cNvSpPr/>
      </dsp:nvSpPr>
      <dsp:spPr>
        <a:xfrm>
          <a:off x="0" y="3360907"/>
          <a:ext cx="4204051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Future Work:</a:t>
          </a:r>
        </a:p>
      </dsp:txBody>
      <dsp:txXfrm>
        <a:off x="50420" y="3411327"/>
        <a:ext cx="4103211" cy="932014"/>
      </dsp:txXfrm>
    </dsp:sp>
    <dsp:sp modelId="{91B4A5B6-76A2-4FC4-AB2A-3BA5A9208620}">
      <dsp:nvSpPr>
        <dsp:cNvPr id="0" name=""/>
        <dsp:cNvSpPr/>
      </dsp:nvSpPr>
      <dsp:spPr>
        <a:xfrm>
          <a:off x="0" y="4468641"/>
          <a:ext cx="4204051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HTTPS, CI/CD, Amazon RDS</a:t>
          </a:r>
        </a:p>
      </dsp:txBody>
      <dsp:txXfrm>
        <a:off x="50420" y="4519061"/>
        <a:ext cx="4103211" cy="9320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AWS Full-Stack Deployment of CineVerse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A Cloud-Based Web Application</a:t>
            </a:r>
          </a:p>
          <a:p>
            <a:endParaRPr lang="en-US" sz="1700"/>
          </a:p>
          <a:p>
            <a:r>
              <a:rPr lang="en-US" sz="1700"/>
              <a:t>Presented By:</a:t>
            </a:r>
          </a:p>
          <a:p>
            <a:r>
              <a:rPr lang="en-US" sz="1700"/>
              <a:t>M. Umair</a:t>
            </a:r>
          </a:p>
          <a:p>
            <a:r>
              <a:rPr lang="en-US" sz="1700"/>
              <a:t>Hazim</a:t>
            </a:r>
          </a:p>
          <a:p>
            <a:endParaRPr lang="en-US" sz="1700"/>
          </a:p>
          <a:p>
            <a:r>
              <a:rPr lang="en-US" sz="1700"/>
              <a:t>University:</a:t>
            </a:r>
          </a:p>
          <a:p>
            <a:r>
              <a:rPr lang="en-US" sz="1700"/>
              <a:t>Information Technology University (ITU), Lahore</a:t>
            </a:r>
          </a:p>
          <a:p>
            <a:endParaRPr lang="en-US" sz="1700"/>
          </a:p>
          <a:p>
            <a:r>
              <a:rPr lang="en-US" sz="1700"/>
              <a:t>IEEE Software Engineering &amp; Cloud Architecture Standards</a:t>
            </a:r>
          </a:p>
        </p:txBody>
      </p:sp>
      <p:pic>
        <p:nvPicPr>
          <p:cNvPr id="14" name="Picture 13" descr="Blue blocks and networks technology background">
            <a:extLst>
              <a:ext uri="{FF2B5EF4-FFF2-40B4-BE49-F238E27FC236}">
                <a16:creationId xmlns:a16="http://schemas.microsoft.com/office/drawing/2014/main" id="{640E3744-C6BA-EA97-F140-C4547C5D9B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49074" b="-448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Frontend: React.js (Amazon S3)</a:t>
            </a:r>
          </a:p>
          <a:p>
            <a:r>
              <a:rPr lang="en-US" sz="1700"/>
              <a:t>Backend: NestJS (Amazon EC2)</a:t>
            </a:r>
          </a:p>
          <a:p>
            <a:r>
              <a:rPr lang="en-US" sz="1700"/>
              <a:t>Database: PostgreSQL</a:t>
            </a:r>
          </a:p>
          <a:p>
            <a:endParaRPr lang="en-US" sz="1700"/>
          </a:p>
          <a:p>
            <a:r>
              <a:rPr lang="en-US" sz="1700"/>
              <a:t>Objective:</a:t>
            </a:r>
          </a:p>
          <a:p>
            <a:r>
              <a:rPr lang="en-US" sz="1700"/>
              <a:t>Deploy a scalable full-stack application using AWS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566C65C9-609A-E4A1-4E7D-80B865C5F7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9" r="3109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AWS Architecture Overview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86A98E-B75B-F2FF-52F4-35D460ECB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64540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3E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cloud&#10;&#10;AI-generated content may be incorrect.">
            <a:extLst>
              <a:ext uri="{FF2B5EF4-FFF2-40B4-BE49-F238E27FC236}">
                <a16:creationId xmlns:a16="http://schemas.microsoft.com/office/drawing/2014/main" id="{70329B67-E455-20FA-39A3-900075FDD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699326"/>
            <a:ext cx="8178799" cy="545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8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Frontend Deployment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EC7400-B1E5-4334-ACD2-8DCD9AA47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23003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Backend Deployment</a:t>
            </a:r>
          </a:p>
        </p:txBody>
      </p:sp>
      <p:grpSp>
        <p:nvGrpSpPr>
          <p:cNvPr id="3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2C3F3933-D406-A5FD-2A92-E43DB0F31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72857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100">
                <a:solidFill>
                  <a:schemeClr val="bg1"/>
                </a:solidFill>
              </a:rPr>
              <a:t>Conclusion &amp; IEEE Compliance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4D2A5C-6BEC-3819-D52E-EC1E6B9E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391937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29233-CBCE-E15D-9C50-27D8A844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740B012-F40B-61C5-5F28-BD6F6C7C0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7336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AWS Full-Stack Deployment of CineVerse</vt:lpstr>
      <vt:lpstr>Project Overview</vt:lpstr>
      <vt:lpstr>AWS Architecture Overview</vt:lpstr>
      <vt:lpstr>PowerPoint Presentation</vt:lpstr>
      <vt:lpstr>Frontend Deployment</vt:lpstr>
      <vt:lpstr>Backend Deployment</vt:lpstr>
      <vt:lpstr>Conclusion &amp; IEEE Compliance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umairs</dc:creator>
  <cp:keywords/>
  <dc:description>generated using python-pptx</dc:description>
  <cp:lastModifiedBy>Muhammad Umair Safdar</cp:lastModifiedBy>
  <cp:revision>2</cp:revision>
  <dcterms:created xsi:type="dcterms:W3CDTF">2013-01-27T09:14:16Z</dcterms:created>
  <dcterms:modified xsi:type="dcterms:W3CDTF">2026-01-03T11:32:25Z</dcterms:modified>
  <cp:category/>
</cp:coreProperties>
</file>